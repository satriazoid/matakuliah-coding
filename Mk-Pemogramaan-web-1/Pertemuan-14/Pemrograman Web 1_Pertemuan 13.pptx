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slideLayouts/slideLayout3.xml" ContentType="application/vnd.openxmlformats-officedocument.presentationml.slideLayout+xml"/>
  <Override PartName="/ppt/theme/theme3.xml" ContentType="application/vnd.openxmlformats-officedocument.theme+xml"/>
  <Override PartName="/ppt/slideLayouts/slideLayout4.xml" ContentType="application/vnd.openxmlformats-officedocument.presentationml.slideLayout+xml"/>
  <Override PartName="/ppt/theme/theme4.xml" ContentType="application/vnd.openxmlformats-officedocument.theme+xml"/>
  <Override PartName="/ppt/slideLayouts/slideLayout5.xml" ContentType="application/vnd.openxmlformats-officedocument.presentationml.slideLayout+xml"/>
  <Override PartName="/ppt/theme/theme5.xml" ContentType="application/vnd.openxmlformats-officedocument.theme+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6.xml" ContentType="application/vnd.openxmlformats-officedocument.theme+xml"/>
  <Override PartName="/ppt/slideLayouts/slideLayout13.xml" ContentType="application/vnd.openxmlformats-officedocument.presentationml.slideLayout+xml"/>
  <Override PartName="/ppt/theme/theme7.xml" ContentType="application/vnd.openxmlformats-officedocument.theme+xml"/>
  <Override PartName="/ppt/slideLayouts/slideLayout14.xml" ContentType="application/vnd.openxmlformats-officedocument.presentationml.slideLayout+xml"/>
  <Override PartName="/ppt/theme/theme8.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4" r:id="rId1"/>
    <p:sldMasterId id="2147483701" r:id="rId2"/>
    <p:sldMasterId id="2147483692" r:id="rId3"/>
    <p:sldMasterId id="2147483691" r:id="rId4"/>
    <p:sldMasterId id="2147483690" r:id="rId5"/>
    <p:sldMasterId id="2147483648" r:id="rId6"/>
    <p:sldMasterId id="2147483693" r:id="rId7"/>
    <p:sldMasterId id="2147483689" r:id="rId8"/>
  </p:sldMasterIdLst>
  <p:sldIdLst>
    <p:sldId id="258" r:id="rId9"/>
    <p:sldId id="273" r:id="rId10"/>
    <p:sldId id="275" r:id="rId11"/>
    <p:sldId id="276" r:id="rId12"/>
    <p:sldId id="261" r:id="rId13"/>
    <p:sldId id="277" r:id="rId14"/>
    <p:sldId id="278" r:id="rId15"/>
    <p:sldId id="279" r:id="rId16"/>
    <p:sldId id="280" r:id="rId17"/>
    <p:sldId id="259" r:id="rId18"/>
    <p:sldId id="274" r:id="rId19"/>
    <p:sldId id="281" r:id="rId20"/>
    <p:sldId id="282" r:id="rId21"/>
    <p:sldId id="262" r:id="rId22"/>
    <p:sldId id="286" r:id="rId23"/>
    <p:sldId id="285" r:id="rId24"/>
    <p:sldId id="287" r:id="rId25"/>
    <p:sldId id="288" r:id="rId26"/>
    <p:sldId id="289" r:id="rId27"/>
    <p:sldId id="265" r:id="rId28"/>
    <p:sldId id="290" r:id="rId29"/>
    <p:sldId id="291" r:id="rId30"/>
    <p:sldId id="269" r:id="rId31"/>
    <p:sldId id="270" r:id="rId32"/>
    <p:sldId id="271" r:id="rId3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63" d="100"/>
          <a:sy n="63" d="100"/>
        </p:scale>
        <p:origin x="728" y="52"/>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5.xml"/><Relationship Id="rId18" Type="http://schemas.openxmlformats.org/officeDocument/2006/relationships/slide" Target="slides/slide10.xml"/><Relationship Id="rId26" Type="http://schemas.openxmlformats.org/officeDocument/2006/relationships/slide" Target="slides/slide18.xml"/><Relationship Id="rId21" Type="http://schemas.openxmlformats.org/officeDocument/2006/relationships/slide" Target="slides/slide13.xml"/><Relationship Id="rId34" Type="http://schemas.openxmlformats.org/officeDocument/2006/relationships/presProps" Target="presProps.xml"/><Relationship Id="rId7" Type="http://schemas.openxmlformats.org/officeDocument/2006/relationships/slideMaster" Target="slideMasters/slideMaster7.xml"/><Relationship Id="rId12" Type="http://schemas.openxmlformats.org/officeDocument/2006/relationships/slide" Target="slides/slide4.xml"/><Relationship Id="rId17" Type="http://schemas.openxmlformats.org/officeDocument/2006/relationships/slide" Target="slides/slide9.xml"/><Relationship Id="rId25" Type="http://schemas.openxmlformats.org/officeDocument/2006/relationships/slide" Target="slides/slide17.xml"/><Relationship Id="rId33" Type="http://schemas.openxmlformats.org/officeDocument/2006/relationships/slide" Target="slides/slide25.xml"/><Relationship Id="rId2" Type="http://schemas.openxmlformats.org/officeDocument/2006/relationships/slideMaster" Target="slideMasters/slideMaster2.xml"/><Relationship Id="rId16" Type="http://schemas.openxmlformats.org/officeDocument/2006/relationships/slide" Target="slides/slide8.xml"/><Relationship Id="rId20" Type="http://schemas.openxmlformats.org/officeDocument/2006/relationships/slide" Target="slides/slide12.xml"/><Relationship Id="rId29" Type="http://schemas.openxmlformats.org/officeDocument/2006/relationships/slide" Target="slides/slide21.xml"/><Relationship Id="rId1" Type="http://schemas.openxmlformats.org/officeDocument/2006/relationships/slideMaster" Target="slideMasters/slideMaster1.xml"/><Relationship Id="rId6" Type="http://schemas.openxmlformats.org/officeDocument/2006/relationships/slideMaster" Target="slideMasters/slideMaster6.xml"/><Relationship Id="rId11" Type="http://schemas.openxmlformats.org/officeDocument/2006/relationships/slide" Target="slides/slide3.xml"/><Relationship Id="rId24" Type="http://schemas.openxmlformats.org/officeDocument/2006/relationships/slide" Target="slides/slide16.xml"/><Relationship Id="rId32" Type="http://schemas.openxmlformats.org/officeDocument/2006/relationships/slide" Target="slides/slide24.xml"/><Relationship Id="rId37" Type="http://schemas.openxmlformats.org/officeDocument/2006/relationships/tableStyles" Target="tableStyles.xml"/><Relationship Id="rId5" Type="http://schemas.openxmlformats.org/officeDocument/2006/relationships/slideMaster" Target="slideMasters/slideMaster5.xml"/><Relationship Id="rId15" Type="http://schemas.openxmlformats.org/officeDocument/2006/relationships/slide" Target="slides/slide7.xml"/><Relationship Id="rId23" Type="http://schemas.openxmlformats.org/officeDocument/2006/relationships/slide" Target="slides/slide15.xml"/><Relationship Id="rId28" Type="http://schemas.openxmlformats.org/officeDocument/2006/relationships/slide" Target="slides/slide20.xml"/><Relationship Id="rId36" Type="http://schemas.openxmlformats.org/officeDocument/2006/relationships/theme" Target="theme/theme1.xml"/><Relationship Id="rId10" Type="http://schemas.openxmlformats.org/officeDocument/2006/relationships/slide" Target="slides/slide2.xml"/><Relationship Id="rId19" Type="http://schemas.openxmlformats.org/officeDocument/2006/relationships/slide" Target="slides/slide11.xml"/><Relationship Id="rId31" Type="http://schemas.openxmlformats.org/officeDocument/2006/relationships/slide" Target="slides/slide23.xml"/><Relationship Id="rId4" Type="http://schemas.openxmlformats.org/officeDocument/2006/relationships/slideMaster" Target="slideMasters/slideMaster4.xml"/><Relationship Id="rId9" Type="http://schemas.openxmlformats.org/officeDocument/2006/relationships/slide" Target="slides/slide1.xml"/><Relationship Id="rId14" Type="http://schemas.openxmlformats.org/officeDocument/2006/relationships/slide" Target="slides/slide6.xml"/><Relationship Id="rId22" Type="http://schemas.openxmlformats.org/officeDocument/2006/relationships/slide" Target="slides/slide14.xml"/><Relationship Id="rId27" Type="http://schemas.openxmlformats.org/officeDocument/2006/relationships/slide" Target="slides/slide19.xml"/><Relationship Id="rId30" Type="http://schemas.openxmlformats.org/officeDocument/2006/relationships/slide" Target="slides/slide22.xml"/><Relationship Id="rId35" Type="http://schemas.openxmlformats.org/officeDocument/2006/relationships/viewProps" Target="viewProps.xml"/><Relationship Id="rId8" Type="http://schemas.openxmlformats.org/officeDocument/2006/relationships/slideMaster" Target="slideMasters/slideMaster8.xml"/><Relationship Id="rId3" Type="http://schemas.openxmlformats.org/officeDocument/2006/relationships/slideMaster" Target="slideMasters/slideMaster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EBA360-16FD-48D7-AA37-D01665392D4C}"/>
              </a:ext>
            </a:extLst>
          </p:cNvPr>
          <p:cNvSpPr>
            <a:spLocks noGrp="1"/>
          </p:cNvSpPr>
          <p:nvPr>
            <p:ph type="title"/>
          </p:nvPr>
        </p:nvSpPr>
        <p:spPr/>
        <p:txBody>
          <a:bodyPr/>
          <a:lstStyle/>
          <a:p>
            <a:r>
              <a:rPr lang="en-US"/>
              <a:t>Click to edit Master title style</a:t>
            </a:r>
            <a:endParaRPr lang="en-ID"/>
          </a:p>
        </p:txBody>
      </p:sp>
    </p:spTree>
    <p:extLst>
      <p:ext uri="{BB962C8B-B14F-4D97-AF65-F5344CB8AC3E}">
        <p14:creationId xmlns:p14="http://schemas.microsoft.com/office/powerpoint/2010/main" val="288204324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EBA360-16FD-48D7-AA37-D01665392D4C}"/>
              </a:ext>
            </a:extLst>
          </p:cNvPr>
          <p:cNvSpPr>
            <a:spLocks noGrp="1"/>
          </p:cNvSpPr>
          <p:nvPr>
            <p:ph type="title"/>
          </p:nvPr>
        </p:nvSpPr>
        <p:spPr/>
        <p:txBody>
          <a:bodyPr/>
          <a:lstStyle/>
          <a:p>
            <a:r>
              <a:rPr lang="en-US"/>
              <a:t>Click to edit Master title style</a:t>
            </a:r>
            <a:endParaRPr lang="en-ID"/>
          </a:p>
        </p:txBody>
      </p:sp>
    </p:spTree>
    <p:extLst>
      <p:ext uri="{BB962C8B-B14F-4D97-AF65-F5344CB8AC3E}">
        <p14:creationId xmlns:p14="http://schemas.microsoft.com/office/powerpoint/2010/main" val="125886588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D6A74D-1C8D-4400-A44B-18C61420D474}"/>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endParaRPr lang="en-ID"/>
          </a:p>
        </p:txBody>
      </p:sp>
    </p:spTree>
    <p:extLst>
      <p:ext uri="{BB962C8B-B14F-4D97-AF65-F5344CB8AC3E}">
        <p14:creationId xmlns:p14="http://schemas.microsoft.com/office/powerpoint/2010/main" val="41613608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4314F5-9B88-4A10-889F-F5ED679835B3}"/>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endParaRPr lang="en-ID"/>
          </a:p>
        </p:txBody>
      </p:sp>
    </p:spTree>
    <p:extLst>
      <p:ext uri="{BB962C8B-B14F-4D97-AF65-F5344CB8AC3E}">
        <p14:creationId xmlns:p14="http://schemas.microsoft.com/office/powerpoint/2010/main" val="23866138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9F2F78-41F6-4DBD-A49B-20619A8622EC}"/>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endParaRPr lang="en-ID"/>
          </a:p>
        </p:txBody>
      </p:sp>
    </p:spTree>
    <p:extLst>
      <p:ext uri="{BB962C8B-B14F-4D97-AF65-F5344CB8AC3E}">
        <p14:creationId xmlns:p14="http://schemas.microsoft.com/office/powerpoint/2010/main" val="311358219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22" name="Title 21">
            <a:extLst>
              <a:ext uri="{FF2B5EF4-FFF2-40B4-BE49-F238E27FC236}">
                <a16:creationId xmlns:a16="http://schemas.microsoft.com/office/drawing/2014/main" id="{198065A5-1218-4E69-9EF0-90C3C2E671DF}"/>
              </a:ext>
            </a:extLst>
          </p:cNvPr>
          <p:cNvSpPr>
            <a:spLocks noGrp="1"/>
          </p:cNvSpPr>
          <p:nvPr>
            <p:ph type="title"/>
          </p:nvPr>
        </p:nvSpPr>
        <p:spPr/>
        <p:txBody>
          <a:bodyPr/>
          <a:lstStyle/>
          <a:p>
            <a:r>
              <a:rPr lang="en-US"/>
              <a:t>Click to edit Master title style</a:t>
            </a:r>
            <a:endParaRPr lang="en-ID"/>
          </a:p>
        </p:txBody>
      </p:sp>
    </p:spTree>
    <p:extLst>
      <p:ext uri="{BB962C8B-B14F-4D97-AF65-F5344CB8AC3E}">
        <p14:creationId xmlns:p14="http://schemas.microsoft.com/office/powerpoint/2010/main" val="25134652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cxnSp>
        <p:nvCxnSpPr>
          <p:cNvPr id="3" name="Straight Connector 2">
            <a:extLst>
              <a:ext uri="{FF2B5EF4-FFF2-40B4-BE49-F238E27FC236}">
                <a16:creationId xmlns:a16="http://schemas.microsoft.com/office/drawing/2014/main" id="{F916FA04-1396-485D-A609-CD7E92522DD1}"/>
              </a:ext>
            </a:extLst>
          </p:cNvPr>
          <p:cNvCxnSpPr>
            <a:cxnSpLocks/>
          </p:cNvCxnSpPr>
          <p:nvPr userDrawn="1"/>
        </p:nvCxnSpPr>
        <p:spPr>
          <a:xfrm>
            <a:off x="0" y="683288"/>
            <a:ext cx="6189785"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itle 3">
            <a:extLst>
              <a:ext uri="{FF2B5EF4-FFF2-40B4-BE49-F238E27FC236}">
                <a16:creationId xmlns:a16="http://schemas.microsoft.com/office/drawing/2014/main" id="{1FFC4A87-0CB1-45CE-9554-8F044AAEC6AC}"/>
              </a:ext>
            </a:extLst>
          </p:cNvPr>
          <p:cNvSpPr>
            <a:spLocks noGrp="1"/>
          </p:cNvSpPr>
          <p:nvPr>
            <p:ph type="title"/>
          </p:nvPr>
        </p:nvSpPr>
        <p:spPr/>
        <p:txBody>
          <a:bodyPr/>
          <a:lstStyle/>
          <a:p>
            <a:r>
              <a:rPr lang="en-US"/>
              <a:t>Click to edit Master title style</a:t>
            </a:r>
            <a:endParaRPr lang="en-ID"/>
          </a:p>
        </p:txBody>
      </p:sp>
    </p:spTree>
    <p:extLst>
      <p:ext uri="{BB962C8B-B14F-4D97-AF65-F5344CB8AC3E}">
        <p14:creationId xmlns:p14="http://schemas.microsoft.com/office/powerpoint/2010/main" val="357967718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3_Custom Layout">
    <p:spTree>
      <p:nvGrpSpPr>
        <p:cNvPr id="1" name=""/>
        <p:cNvGrpSpPr/>
        <p:nvPr/>
      </p:nvGrpSpPr>
      <p:grpSpPr>
        <a:xfrm>
          <a:off x="0" y="0"/>
          <a:ext cx="0" cy="0"/>
          <a:chOff x="0" y="0"/>
          <a:chExt cx="0" cy="0"/>
        </a:xfrm>
      </p:grpSpPr>
      <p:cxnSp>
        <p:nvCxnSpPr>
          <p:cNvPr id="3" name="Straight Connector 2">
            <a:extLst>
              <a:ext uri="{FF2B5EF4-FFF2-40B4-BE49-F238E27FC236}">
                <a16:creationId xmlns:a16="http://schemas.microsoft.com/office/drawing/2014/main" id="{F916FA04-1396-485D-A609-CD7E92522DD1}"/>
              </a:ext>
            </a:extLst>
          </p:cNvPr>
          <p:cNvCxnSpPr>
            <a:cxnSpLocks/>
          </p:cNvCxnSpPr>
          <p:nvPr userDrawn="1"/>
        </p:nvCxnSpPr>
        <p:spPr>
          <a:xfrm>
            <a:off x="6002215" y="683288"/>
            <a:ext cx="6189785"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F52A5D29-0C74-4DB5-80AC-205E2980DEB0}"/>
              </a:ext>
            </a:extLst>
          </p:cNvPr>
          <p:cNvSpPr>
            <a:spLocks noGrp="1"/>
          </p:cNvSpPr>
          <p:nvPr>
            <p:ph type="title"/>
          </p:nvPr>
        </p:nvSpPr>
        <p:spPr/>
        <p:txBody>
          <a:bodyPr/>
          <a:lstStyle/>
          <a:p>
            <a:r>
              <a:rPr lang="en-US"/>
              <a:t>Click to edit Master title style</a:t>
            </a:r>
            <a:endParaRPr lang="en-ID"/>
          </a:p>
        </p:txBody>
      </p:sp>
    </p:spTree>
    <p:extLst>
      <p:ext uri="{BB962C8B-B14F-4D97-AF65-F5344CB8AC3E}">
        <p14:creationId xmlns:p14="http://schemas.microsoft.com/office/powerpoint/2010/main" val="134709018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2_Custom Layout">
    <p:spTree>
      <p:nvGrpSpPr>
        <p:cNvPr id="1" name=""/>
        <p:cNvGrpSpPr/>
        <p:nvPr/>
      </p:nvGrpSpPr>
      <p:grpSpPr>
        <a:xfrm>
          <a:off x="0" y="0"/>
          <a:ext cx="0" cy="0"/>
          <a:chOff x="0" y="0"/>
          <a:chExt cx="0" cy="0"/>
        </a:xfrm>
      </p:grpSpPr>
      <p:cxnSp>
        <p:nvCxnSpPr>
          <p:cNvPr id="3" name="Straight Connector 2">
            <a:extLst>
              <a:ext uri="{FF2B5EF4-FFF2-40B4-BE49-F238E27FC236}">
                <a16:creationId xmlns:a16="http://schemas.microsoft.com/office/drawing/2014/main" id="{2A08D90C-70B8-457C-95AE-141C49C3A3FB}"/>
              </a:ext>
            </a:extLst>
          </p:cNvPr>
          <p:cNvCxnSpPr>
            <a:cxnSpLocks/>
          </p:cNvCxnSpPr>
          <p:nvPr userDrawn="1"/>
        </p:nvCxnSpPr>
        <p:spPr>
          <a:xfrm>
            <a:off x="0" y="683288"/>
            <a:ext cx="12192000"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5" name="Title 4">
            <a:extLst>
              <a:ext uri="{FF2B5EF4-FFF2-40B4-BE49-F238E27FC236}">
                <a16:creationId xmlns:a16="http://schemas.microsoft.com/office/drawing/2014/main" id="{ABE849F3-B6DF-4217-B464-9130928C9C74}"/>
              </a:ext>
            </a:extLst>
          </p:cNvPr>
          <p:cNvSpPr>
            <a:spLocks noGrp="1"/>
          </p:cNvSpPr>
          <p:nvPr>
            <p:ph type="title"/>
          </p:nvPr>
        </p:nvSpPr>
        <p:spPr/>
        <p:txBody>
          <a:bodyPr/>
          <a:lstStyle/>
          <a:p>
            <a:r>
              <a:rPr lang="en-US"/>
              <a:t>Click to edit Master title style</a:t>
            </a:r>
            <a:endParaRPr lang="en-ID"/>
          </a:p>
        </p:txBody>
      </p:sp>
    </p:spTree>
    <p:extLst>
      <p:ext uri="{BB962C8B-B14F-4D97-AF65-F5344CB8AC3E}">
        <p14:creationId xmlns:p14="http://schemas.microsoft.com/office/powerpoint/2010/main" val="373211034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33BEC2E1-0AD8-452E-87EC-4D9066322202}"/>
              </a:ext>
            </a:extLst>
          </p:cNvPr>
          <p:cNvSpPr/>
          <p:nvPr userDrawn="1"/>
        </p:nvSpPr>
        <p:spPr>
          <a:xfrm>
            <a:off x="0" y="0"/>
            <a:ext cx="12192000" cy="1085222"/>
          </a:xfrm>
          <a:prstGeom prst="rect">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4" name="Title 3">
            <a:extLst>
              <a:ext uri="{FF2B5EF4-FFF2-40B4-BE49-F238E27FC236}">
                <a16:creationId xmlns:a16="http://schemas.microsoft.com/office/drawing/2014/main" id="{22CC0ADF-8FA4-4472-9031-72E465CB401C}"/>
              </a:ext>
            </a:extLst>
          </p:cNvPr>
          <p:cNvSpPr>
            <a:spLocks noGrp="1"/>
          </p:cNvSpPr>
          <p:nvPr>
            <p:ph type="title"/>
          </p:nvPr>
        </p:nvSpPr>
        <p:spPr/>
        <p:txBody>
          <a:bodyPr/>
          <a:lstStyle/>
          <a:p>
            <a:r>
              <a:rPr lang="en-US"/>
              <a:t>Click to edit Master title style</a:t>
            </a:r>
            <a:endParaRPr lang="en-ID"/>
          </a:p>
        </p:txBody>
      </p:sp>
    </p:spTree>
    <p:extLst>
      <p:ext uri="{BB962C8B-B14F-4D97-AF65-F5344CB8AC3E}">
        <p14:creationId xmlns:p14="http://schemas.microsoft.com/office/powerpoint/2010/main" val="389768622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4_Custom Layou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EBE2D0A-6E5C-4A94-8EF1-D947C32EBE56}"/>
              </a:ext>
            </a:extLst>
          </p:cNvPr>
          <p:cNvSpPr/>
          <p:nvPr userDrawn="1"/>
        </p:nvSpPr>
        <p:spPr>
          <a:xfrm>
            <a:off x="0" y="80391"/>
            <a:ext cx="12192000" cy="633046"/>
          </a:xfrm>
          <a:prstGeom prst="rect">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4" name="Title 3">
            <a:extLst>
              <a:ext uri="{FF2B5EF4-FFF2-40B4-BE49-F238E27FC236}">
                <a16:creationId xmlns:a16="http://schemas.microsoft.com/office/drawing/2014/main" id="{4898FCA4-6365-4601-85C8-B9BFB43B3CCD}"/>
              </a:ext>
            </a:extLst>
          </p:cNvPr>
          <p:cNvSpPr>
            <a:spLocks noGrp="1"/>
          </p:cNvSpPr>
          <p:nvPr>
            <p:ph type="title"/>
          </p:nvPr>
        </p:nvSpPr>
        <p:spPr/>
        <p:txBody>
          <a:bodyPr/>
          <a:lstStyle/>
          <a:p>
            <a:r>
              <a:rPr lang="en-US"/>
              <a:t>Click to edit Master title style</a:t>
            </a:r>
            <a:endParaRPr lang="en-ID"/>
          </a:p>
        </p:txBody>
      </p:sp>
    </p:spTree>
    <p:extLst>
      <p:ext uri="{BB962C8B-B14F-4D97-AF65-F5344CB8AC3E}">
        <p14:creationId xmlns:p14="http://schemas.microsoft.com/office/powerpoint/2010/main" val="84576477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5_Custom Layou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570B6C2-5A8A-40C2-AE98-493677E13A21}"/>
              </a:ext>
            </a:extLst>
          </p:cNvPr>
          <p:cNvSpPr/>
          <p:nvPr userDrawn="1"/>
        </p:nvSpPr>
        <p:spPr>
          <a:xfrm>
            <a:off x="0" y="60292"/>
            <a:ext cx="12192000" cy="45719"/>
          </a:xfrm>
          <a:prstGeom prst="rect">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3" name="Title 2">
            <a:extLst>
              <a:ext uri="{FF2B5EF4-FFF2-40B4-BE49-F238E27FC236}">
                <a16:creationId xmlns:a16="http://schemas.microsoft.com/office/drawing/2014/main" id="{10892BB0-7181-4898-96B3-7ABD572DA6F9}"/>
              </a:ext>
            </a:extLst>
          </p:cNvPr>
          <p:cNvSpPr>
            <a:spLocks noGrp="1"/>
          </p:cNvSpPr>
          <p:nvPr>
            <p:ph type="title"/>
          </p:nvPr>
        </p:nvSpPr>
        <p:spPr/>
        <p:txBody>
          <a:bodyPr/>
          <a:lstStyle/>
          <a:p>
            <a:r>
              <a:rPr lang="en-US"/>
              <a:t>Click to edit Master title style</a:t>
            </a:r>
            <a:endParaRPr lang="en-ID"/>
          </a:p>
        </p:txBody>
      </p:sp>
    </p:spTree>
    <p:extLst>
      <p:ext uri="{BB962C8B-B14F-4D97-AF65-F5344CB8AC3E}">
        <p14:creationId xmlns:p14="http://schemas.microsoft.com/office/powerpoint/2010/main" val="29626694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C3B74E-CCD6-46A2-96AD-028888784453}"/>
              </a:ext>
            </a:extLst>
          </p:cNvPr>
          <p:cNvSpPr>
            <a:spLocks noGrp="1"/>
          </p:cNvSpPr>
          <p:nvPr>
            <p:ph type="title"/>
          </p:nvPr>
        </p:nvSpPr>
        <p:spPr/>
        <p:txBody>
          <a:bodyPr/>
          <a:lstStyle/>
          <a:p>
            <a:r>
              <a:rPr lang="en-US"/>
              <a:t>Click to edit Master title style</a:t>
            </a:r>
            <a:endParaRPr lang="en-ID"/>
          </a:p>
        </p:txBody>
      </p:sp>
    </p:spTree>
    <p:extLst>
      <p:ext uri="{BB962C8B-B14F-4D97-AF65-F5344CB8AC3E}">
        <p14:creationId xmlns:p14="http://schemas.microsoft.com/office/powerpoint/2010/main" val="51396385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2CF78D-0AC0-4E71-8350-3BC2A8E43060}"/>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endParaRPr lang="en-ID"/>
          </a:p>
        </p:txBody>
      </p:sp>
    </p:spTree>
    <p:extLst>
      <p:ext uri="{BB962C8B-B14F-4D97-AF65-F5344CB8AC3E}">
        <p14:creationId xmlns:p14="http://schemas.microsoft.com/office/powerpoint/2010/main" val="3415785022"/>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Masters/_rels/slideMaster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theme" Target="../theme/theme2.xml"/><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Masters/_rels/slideMaster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theme" Target="../theme/theme3.xml"/><Relationship Id="rId1" Type="http://schemas.openxmlformats.org/officeDocument/2006/relationships/slideLayout" Target="../slideLayouts/slideLayout3.xml"/><Relationship Id="rId4" Type="http://schemas.openxmlformats.org/officeDocument/2006/relationships/image" Target="../media/image8.png"/></Relationships>
</file>

<file path=ppt/slideMasters/_rels/slideMaster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theme" Target="../theme/theme4.xml"/><Relationship Id="rId1" Type="http://schemas.openxmlformats.org/officeDocument/2006/relationships/slideLayout" Target="../slideLayouts/slideLayout4.xml"/><Relationship Id="rId4" Type="http://schemas.openxmlformats.org/officeDocument/2006/relationships/image" Target="../media/image8.png"/></Relationships>
</file>

<file path=ppt/slideMasters/_rels/slideMaster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theme" Target="../theme/theme5.xml"/><Relationship Id="rId1" Type="http://schemas.openxmlformats.org/officeDocument/2006/relationships/slideLayout" Target="../slideLayouts/slideLayout5.xml"/><Relationship Id="rId5" Type="http://schemas.openxmlformats.org/officeDocument/2006/relationships/image" Target="../media/image8.png"/><Relationship Id="rId4" Type="http://schemas.openxmlformats.org/officeDocument/2006/relationships/image" Target="../media/image7.png"/></Relationships>
</file>

<file path=ppt/slideMasters/_rels/slideMaster6.xml.rels><?xml version="1.0" encoding="UTF-8" standalone="yes"?>
<Relationships xmlns="http://schemas.openxmlformats.org/package/2006/relationships"><Relationship Id="rId8" Type="http://schemas.openxmlformats.org/officeDocument/2006/relationships/theme" Target="../theme/theme6.xml"/><Relationship Id="rId3" Type="http://schemas.openxmlformats.org/officeDocument/2006/relationships/slideLayout" Target="../slideLayouts/slideLayout8.xml"/><Relationship Id="rId7" Type="http://schemas.openxmlformats.org/officeDocument/2006/relationships/slideLayout" Target="../slideLayouts/slideLayout12.xml"/><Relationship Id="rId2" Type="http://schemas.openxmlformats.org/officeDocument/2006/relationships/slideLayout" Target="../slideLayouts/slideLayout7.xml"/><Relationship Id="rId1" Type="http://schemas.openxmlformats.org/officeDocument/2006/relationships/slideLayout" Target="../slideLayouts/slideLayout6.xml"/><Relationship Id="rId6" Type="http://schemas.openxmlformats.org/officeDocument/2006/relationships/slideLayout" Target="../slideLayouts/slideLayout11.xml"/><Relationship Id="rId5" Type="http://schemas.openxmlformats.org/officeDocument/2006/relationships/slideLayout" Target="../slideLayouts/slideLayout10.xml"/><Relationship Id="rId10" Type="http://schemas.openxmlformats.org/officeDocument/2006/relationships/image" Target="../media/image8.png"/><Relationship Id="rId4" Type="http://schemas.openxmlformats.org/officeDocument/2006/relationships/slideLayout" Target="../slideLayouts/slideLayout9.xml"/><Relationship Id="rId9" Type="http://schemas.openxmlformats.org/officeDocument/2006/relationships/image" Target="../media/image7.png"/></Relationships>
</file>

<file path=ppt/slideMasters/_rels/slideMaster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7.xml"/><Relationship Id="rId1" Type="http://schemas.openxmlformats.org/officeDocument/2006/relationships/slideLayout" Target="../slideLayouts/slideLayout13.xml"/><Relationship Id="rId4" Type="http://schemas.openxmlformats.org/officeDocument/2006/relationships/image" Target="../media/image2.png"/></Relationships>
</file>

<file path=ppt/slideMasters/_rels/slideMaster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theme" Target="../theme/theme8.xml"/><Relationship Id="rId1" Type="http://schemas.openxmlformats.org/officeDocument/2006/relationships/slideLayout" Target="../slideLayouts/slideLayout14.xml"/><Relationship Id="rId5" Type="http://schemas.openxmlformats.org/officeDocument/2006/relationships/image" Target="../media/image8.png"/><Relationship Id="rId4" Type="http://schemas.openxmlformats.org/officeDocument/2006/relationships/image" Target="../media/image7.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F6310508-6870-44FB-B67F-C3F1350DB66D}"/>
              </a:ext>
            </a:extLst>
          </p:cNvPr>
          <p:cNvSpPr/>
          <p:nvPr userDrawn="1"/>
        </p:nvSpPr>
        <p:spPr>
          <a:xfrm>
            <a:off x="0" y="1"/>
            <a:ext cx="12192000" cy="1204466"/>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dirty="0">
              <a:solidFill>
                <a:schemeClr val="tx1"/>
              </a:solidFill>
            </a:endParaRPr>
          </a:p>
          <a:p>
            <a:pPr algn="ctr"/>
            <a:r>
              <a:rPr lang="en-US" sz="2000" dirty="0">
                <a:solidFill>
                  <a:schemeClr val="tx1"/>
                </a:solidFill>
              </a:rPr>
              <a:t> </a:t>
            </a:r>
            <a:endParaRPr lang="en-ID" sz="2000" dirty="0">
              <a:solidFill>
                <a:schemeClr val="tx1"/>
              </a:solidFill>
            </a:endParaRPr>
          </a:p>
        </p:txBody>
      </p:sp>
      <p:pic>
        <p:nvPicPr>
          <p:cNvPr id="11" name="Picture 10">
            <a:extLst>
              <a:ext uri="{FF2B5EF4-FFF2-40B4-BE49-F238E27FC236}">
                <a16:creationId xmlns:a16="http://schemas.microsoft.com/office/drawing/2014/main" id="{222E1FA6-9BAA-48F7-9B48-E78A7FC60C74}"/>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99642" y="38924"/>
            <a:ext cx="1119282" cy="1086491"/>
          </a:xfrm>
          <a:prstGeom prst="rect">
            <a:avLst/>
          </a:prstGeom>
        </p:spPr>
      </p:pic>
      <p:sp>
        <p:nvSpPr>
          <p:cNvPr id="2" name="TextBox 1">
            <a:extLst>
              <a:ext uri="{FF2B5EF4-FFF2-40B4-BE49-F238E27FC236}">
                <a16:creationId xmlns:a16="http://schemas.microsoft.com/office/drawing/2014/main" id="{6456D31B-DA89-4FCC-A0CF-973CBA8BD493}"/>
              </a:ext>
            </a:extLst>
          </p:cNvPr>
          <p:cNvSpPr txBox="1"/>
          <p:nvPr userDrawn="1"/>
        </p:nvSpPr>
        <p:spPr>
          <a:xfrm>
            <a:off x="1218924" y="166670"/>
            <a:ext cx="5886103" cy="830997"/>
          </a:xfrm>
          <a:prstGeom prst="rect">
            <a:avLst/>
          </a:prstGeom>
          <a:noFill/>
        </p:spPr>
        <p:txBody>
          <a:bodyPr wrap="square" rtlCol="0">
            <a:spAutoFit/>
          </a:bodyPr>
          <a:lstStyle/>
          <a:p>
            <a:pPr algn="just"/>
            <a:r>
              <a:rPr lang="en-US" sz="2400" dirty="0"/>
              <a:t>PROGRAM STUDI S1 TEKNIK INFORMATIKA</a:t>
            </a:r>
            <a:br>
              <a:rPr lang="en-US" sz="2400" dirty="0"/>
            </a:br>
            <a:r>
              <a:rPr lang="en-US" sz="2400" dirty="0"/>
              <a:t>UNIVERSITAS PAMULANG</a:t>
            </a:r>
            <a:endParaRPr lang="en-ID" sz="2400" dirty="0"/>
          </a:p>
        </p:txBody>
      </p:sp>
      <p:pic>
        <p:nvPicPr>
          <p:cNvPr id="5" name="Picture 4">
            <a:extLst>
              <a:ext uri="{FF2B5EF4-FFF2-40B4-BE49-F238E27FC236}">
                <a16:creationId xmlns:a16="http://schemas.microsoft.com/office/drawing/2014/main" id="{C960A43D-3921-41B8-B4DC-C239EAEA8479}"/>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10048352" y="0"/>
            <a:ext cx="2143648" cy="1205802"/>
          </a:xfrm>
          <a:prstGeom prst="rect">
            <a:avLst/>
          </a:prstGeom>
        </p:spPr>
      </p:pic>
      <p:sp>
        <p:nvSpPr>
          <p:cNvPr id="6" name="Title Placeholder 5">
            <a:extLst>
              <a:ext uri="{FF2B5EF4-FFF2-40B4-BE49-F238E27FC236}">
                <a16:creationId xmlns:a16="http://schemas.microsoft.com/office/drawing/2014/main" id="{36AE1D4B-E2EF-47C4-A1A7-5689711E6FCE}"/>
              </a:ext>
            </a:extLst>
          </p:cNvPr>
          <p:cNvSpPr>
            <a:spLocks noGrp="1"/>
          </p:cNvSpPr>
          <p:nvPr>
            <p:ph type="title"/>
          </p:nvPr>
        </p:nvSpPr>
        <p:spPr>
          <a:xfrm>
            <a:off x="838200" y="1204467"/>
            <a:ext cx="10515600" cy="1325563"/>
          </a:xfrm>
          <a:prstGeom prst="rect">
            <a:avLst/>
          </a:prstGeom>
        </p:spPr>
        <p:txBody>
          <a:bodyPr vert="horz" lIns="91440" tIns="45720" rIns="91440" bIns="45720" rtlCol="0" anchor="ctr">
            <a:normAutofit/>
          </a:bodyPr>
          <a:lstStyle/>
          <a:p>
            <a:r>
              <a:rPr lang="en-US"/>
              <a:t>Click to edit Master title style</a:t>
            </a:r>
            <a:endParaRPr lang="en-ID"/>
          </a:p>
        </p:txBody>
      </p:sp>
      <p:sp>
        <p:nvSpPr>
          <p:cNvPr id="3" name="Flowchart: Process 2">
            <a:extLst>
              <a:ext uri="{FF2B5EF4-FFF2-40B4-BE49-F238E27FC236}">
                <a16:creationId xmlns:a16="http://schemas.microsoft.com/office/drawing/2014/main" id="{59788E57-52DB-4E2B-A81F-D18E71DA02CB}"/>
              </a:ext>
            </a:extLst>
          </p:cNvPr>
          <p:cNvSpPr/>
          <p:nvPr userDrawn="1"/>
        </p:nvSpPr>
        <p:spPr>
          <a:xfrm>
            <a:off x="0" y="6360607"/>
            <a:ext cx="12192000" cy="497393"/>
          </a:xfrm>
          <a:prstGeom prst="flowChartProcess">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pic>
        <p:nvPicPr>
          <p:cNvPr id="8" name="Picture 7">
            <a:extLst>
              <a:ext uri="{FF2B5EF4-FFF2-40B4-BE49-F238E27FC236}">
                <a16:creationId xmlns:a16="http://schemas.microsoft.com/office/drawing/2014/main" id="{EE8BF5A5-79AC-4428-A4CF-F44278AA4D6F}"/>
              </a:ext>
            </a:extLst>
          </p:cNvPr>
          <p:cNvPicPr>
            <a:picLocks noChangeAspect="1"/>
          </p:cNvPicPr>
          <p:nvPr userDrawn="1"/>
        </p:nvPicPr>
        <p:blipFill>
          <a:blip r:embed="rId5" cstate="hq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2047255" y="6422940"/>
            <a:ext cx="453018" cy="439110"/>
          </a:xfrm>
          <a:prstGeom prst="rect">
            <a:avLst/>
          </a:prstGeom>
        </p:spPr>
      </p:pic>
      <p:pic>
        <p:nvPicPr>
          <p:cNvPr id="12" name="Picture 11">
            <a:extLst>
              <a:ext uri="{FF2B5EF4-FFF2-40B4-BE49-F238E27FC236}">
                <a16:creationId xmlns:a16="http://schemas.microsoft.com/office/drawing/2014/main" id="{0F13C787-49DC-45B2-99DA-FD9DF4541EF2}"/>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99642" y="6419057"/>
            <a:ext cx="380491" cy="380491"/>
          </a:xfrm>
          <a:prstGeom prst="rect">
            <a:avLst/>
          </a:prstGeom>
        </p:spPr>
      </p:pic>
      <p:sp>
        <p:nvSpPr>
          <p:cNvPr id="13" name="TextBox 12">
            <a:extLst>
              <a:ext uri="{FF2B5EF4-FFF2-40B4-BE49-F238E27FC236}">
                <a16:creationId xmlns:a16="http://schemas.microsoft.com/office/drawing/2014/main" id="{AC0EC3BD-0F33-4AAF-A3A2-953764A0D99A}"/>
              </a:ext>
            </a:extLst>
          </p:cNvPr>
          <p:cNvSpPr txBox="1"/>
          <p:nvPr userDrawn="1"/>
        </p:nvSpPr>
        <p:spPr>
          <a:xfrm>
            <a:off x="480133" y="6412026"/>
            <a:ext cx="1793631" cy="369332"/>
          </a:xfrm>
          <a:prstGeom prst="rect">
            <a:avLst/>
          </a:prstGeom>
          <a:noFill/>
        </p:spPr>
        <p:txBody>
          <a:bodyPr wrap="square" rtlCol="0">
            <a:spAutoFit/>
          </a:bodyPr>
          <a:lstStyle/>
          <a:p>
            <a:r>
              <a:rPr lang="en-US" dirty="0" err="1"/>
              <a:t>InfoTI_unpam</a:t>
            </a:r>
            <a:endParaRPr lang="en-ID" dirty="0"/>
          </a:p>
        </p:txBody>
      </p:sp>
      <p:sp>
        <p:nvSpPr>
          <p:cNvPr id="14" name="TextBox 13">
            <a:extLst>
              <a:ext uri="{FF2B5EF4-FFF2-40B4-BE49-F238E27FC236}">
                <a16:creationId xmlns:a16="http://schemas.microsoft.com/office/drawing/2014/main" id="{60CFA357-EB7B-4C90-B08D-FF68109B966A}"/>
              </a:ext>
            </a:extLst>
          </p:cNvPr>
          <p:cNvSpPr txBox="1"/>
          <p:nvPr userDrawn="1"/>
        </p:nvSpPr>
        <p:spPr>
          <a:xfrm>
            <a:off x="2527388" y="6412026"/>
            <a:ext cx="2697755" cy="369332"/>
          </a:xfrm>
          <a:prstGeom prst="rect">
            <a:avLst/>
          </a:prstGeom>
          <a:noFill/>
        </p:spPr>
        <p:txBody>
          <a:bodyPr wrap="square" rtlCol="0">
            <a:spAutoFit/>
          </a:bodyPr>
          <a:lstStyle/>
          <a:p>
            <a:r>
              <a:rPr lang="en-US" dirty="0"/>
              <a:t>informatika.unpam.ac.id</a:t>
            </a:r>
            <a:endParaRPr lang="en-ID" dirty="0"/>
          </a:p>
        </p:txBody>
      </p:sp>
      <p:pic>
        <p:nvPicPr>
          <p:cNvPr id="16" name="Picture 15">
            <a:extLst>
              <a:ext uri="{FF2B5EF4-FFF2-40B4-BE49-F238E27FC236}">
                <a16:creationId xmlns:a16="http://schemas.microsoft.com/office/drawing/2014/main" id="{C10FF8DC-21DB-400A-A27F-9751868D2AFC}"/>
              </a:ext>
            </a:extLst>
          </p:cNvPr>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11443996" y="6412026"/>
            <a:ext cx="648362" cy="458733"/>
          </a:xfrm>
          <a:prstGeom prst="rect">
            <a:avLst/>
          </a:prstGeom>
        </p:spPr>
      </p:pic>
    </p:spTree>
    <p:extLst>
      <p:ext uri="{BB962C8B-B14F-4D97-AF65-F5344CB8AC3E}">
        <p14:creationId xmlns:p14="http://schemas.microsoft.com/office/powerpoint/2010/main" val="2881310249"/>
      </p:ext>
    </p:extLst>
  </p:cSld>
  <p:clrMap bg1="lt1" tx1="dk1" bg2="lt2" tx2="dk2" accent1="accent1" accent2="accent2" accent3="accent3" accent4="accent4" accent5="accent5" accent6="accent6" hlink="hlink" folHlink="folHlink"/>
  <p:sldLayoutIdLst>
    <p:sldLayoutId id="2147483695"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6" name="Title Placeholder 5">
            <a:extLst>
              <a:ext uri="{FF2B5EF4-FFF2-40B4-BE49-F238E27FC236}">
                <a16:creationId xmlns:a16="http://schemas.microsoft.com/office/drawing/2014/main" id="{36AE1D4B-E2EF-47C4-A1A7-5689711E6FCE}"/>
              </a:ext>
            </a:extLst>
          </p:cNvPr>
          <p:cNvSpPr>
            <a:spLocks noGrp="1"/>
          </p:cNvSpPr>
          <p:nvPr>
            <p:ph type="title"/>
          </p:nvPr>
        </p:nvSpPr>
        <p:spPr>
          <a:xfrm>
            <a:off x="838200" y="1204467"/>
            <a:ext cx="10515600" cy="1325563"/>
          </a:xfrm>
          <a:prstGeom prst="rect">
            <a:avLst/>
          </a:prstGeom>
        </p:spPr>
        <p:txBody>
          <a:bodyPr vert="horz" lIns="91440" tIns="45720" rIns="91440" bIns="45720" rtlCol="0" anchor="ctr">
            <a:normAutofit/>
          </a:bodyPr>
          <a:lstStyle/>
          <a:p>
            <a:r>
              <a:rPr lang="en-US"/>
              <a:t>Click to edit Master title style</a:t>
            </a:r>
            <a:endParaRPr lang="en-ID"/>
          </a:p>
        </p:txBody>
      </p:sp>
      <p:sp>
        <p:nvSpPr>
          <p:cNvPr id="3" name="Flowchart: Process 2">
            <a:extLst>
              <a:ext uri="{FF2B5EF4-FFF2-40B4-BE49-F238E27FC236}">
                <a16:creationId xmlns:a16="http://schemas.microsoft.com/office/drawing/2014/main" id="{59788E57-52DB-4E2B-A81F-D18E71DA02CB}"/>
              </a:ext>
            </a:extLst>
          </p:cNvPr>
          <p:cNvSpPr/>
          <p:nvPr userDrawn="1"/>
        </p:nvSpPr>
        <p:spPr>
          <a:xfrm>
            <a:off x="0" y="6360607"/>
            <a:ext cx="12192000" cy="497393"/>
          </a:xfrm>
          <a:prstGeom prst="flowChartProcess">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pic>
        <p:nvPicPr>
          <p:cNvPr id="8" name="Picture 7">
            <a:extLst>
              <a:ext uri="{FF2B5EF4-FFF2-40B4-BE49-F238E27FC236}">
                <a16:creationId xmlns:a16="http://schemas.microsoft.com/office/drawing/2014/main" id="{EE8BF5A5-79AC-4428-A4CF-F44278AA4D6F}"/>
              </a:ext>
            </a:extLst>
          </p:cNvPr>
          <p:cNvPicPr>
            <a:picLocks noChangeAspect="1"/>
          </p:cNvPicPr>
          <p:nvPr userDrawn="1"/>
        </p:nvPicPr>
        <p:blipFill>
          <a:blip r:embed="rId3" cstate="hq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2047255" y="6422940"/>
            <a:ext cx="453018" cy="439110"/>
          </a:xfrm>
          <a:prstGeom prst="rect">
            <a:avLst/>
          </a:prstGeom>
        </p:spPr>
      </p:pic>
      <p:pic>
        <p:nvPicPr>
          <p:cNvPr id="12" name="Picture 11">
            <a:extLst>
              <a:ext uri="{FF2B5EF4-FFF2-40B4-BE49-F238E27FC236}">
                <a16:creationId xmlns:a16="http://schemas.microsoft.com/office/drawing/2014/main" id="{0F13C787-49DC-45B2-99DA-FD9DF4541EF2}"/>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99642" y="6419057"/>
            <a:ext cx="380491" cy="380491"/>
          </a:xfrm>
          <a:prstGeom prst="rect">
            <a:avLst/>
          </a:prstGeom>
        </p:spPr>
      </p:pic>
      <p:sp>
        <p:nvSpPr>
          <p:cNvPr id="13" name="TextBox 12">
            <a:extLst>
              <a:ext uri="{FF2B5EF4-FFF2-40B4-BE49-F238E27FC236}">
                <a16:creationId xmlns:a16="http://schemas.microsoft.com/office/drawing/2014/main" id="{AC0EC3BD-0F33-4AAF-A3A2-953764A0D99A}"/>
              </a:ext>
            </a:extLst>
          </p:cNvPr>
          <p:cNvSpPr txBox="1"/>
          <p:nvPr userDrawn="1"/>
        </p:nvSpPr>
        <p:spPr>
          <a:xfrm>
            <a:off x="480133" y="6412026"/>
            <a:ext cx="1793631" cy="369332"/>
          </a:xfrm>
          <a:prstGeom prst="rect">
            <a:avLst/>
          </a:prstGeom>
          <a:noFill/>
        </p:spPr>
        <p:txBody>
          <a:bodyPr wrap="square" rtlCol="0">
            <a:spAutoFit/>
          </a:bodyPr>
          <a:lstStyle/>
          <a:p>
            <a:r>
              <a:rPr lang="en-US" dirty="0" err="1"/>
              <a:t>InfoTI_unpam</a:t>
            </a:r>
            <a:endParaRPr lang="en-ID" dirty="0"/>
          </a:p>
        </p:txBody>
      </p:sp>
      <p:sp>
        <p:nvSpPr>
          <p:cNvPr id="14" name="TextBox 13">
            <a:extLst>
              <a:ext uri="{FF2B5EF4-FFF2-40B4-BE49-F238E27FC236}">
                <a16:creationId xmlns:a16="http://schemas.microsoft.com/office/drawing/2014/main" id="{60CFA357-EB7B-4C90-B08D-FF68109B966A}"/>
              </a:ext>
            </a:extLst>
          </p:cNvPr>
          <p:cNvSpPr txBox="1"/>
          <p:nvPr userDrawn="1"/>
        </p:nvSpPr>
        <p:spPr>
          <a:xfrm>
            <a:off x="2527388" y="6412026"/>
            <a:ext cx="2697755" cy="369332"/>
          </a:xfrm>
          <a:prstGeom prst="rect">
            <a:avLst/>
          </a:prstGeom>
          <a:noFill/>
        </p:spPr>
        <p:txBody>
          <a:bodyPr wrap="square" rtlCol="0">
            <a:spAutoFit/>
          </a:bodyPr>
          <a:lstStyle/>
          <a:p>
            <a:r>
              <a:rPr lang="en-US" dirty="0"/>
              <a:t>informatika.unpam.ac.id</a:t>
            </a:r>
            <a:endParaRPr lang="en-ID" dirty="0"/>
          </a:p>
        </p:txBody>
      </p:sp>
      <p:pic>
        <p:nvPicPr>
          <p:cNvPr id="16" name="Picture 15">
            <a:extLst>
              <a:ext uri="{FF2B5EF4-FFF2-40B4-BE49-F238E27FC236}">
                <a16:creationId xmlns:a16="http://schemas.microsoft.com/office/drawing/2014/main" id="{C10FF8DC-21DB-400A-A27F-9751868D2AFC}"/>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1443996" y="6412026"/>
            <a:ext cx="648362" cy="458733"/>
          </a:xfrm>
          <a:prstGeom prst="rect">
            <a:avLst/>
          </a:prstGeom>
        </p:spPr>
      </p:pic>
      <p:pic>
        <p:nvPicPr>
          <p:cNvPr id="15" name="Picture 14">
            <a:extLst>
              <a:ext uri="{FF2B5EF4-FFF2-40B4-BE49-F238E27FC236}">
                <a16:creationId xmlns:a16="http://schemas.microsoft.com/office/drawing/2014/main" id="{70E9772E-AF4F-4C17-B477-D78352308CB6}"/>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0931590" y="6366986"/>
            <a:ext cx="512406" cy="497394"/>
          </a:xfrm>
          <a:prstGeom prst="rect">
            <a:avLst/>
          </a:prstGeom>
        </p:spPr>
      </p:pic>
    </p:spTree>
    <p:extLst>
      <p:ext uri="{BB962C8B-B14F-4D97-AF65-F5344CB8AC3E}">
        <p14:creationId xmlns:p14="http://schemas.microsoft.com/office/powerpoint/2010/main" val="1391861668"/>
      </p:ext>
    </p:extLst>
  </p:cSld>
  <p:clrMap bg1="lt1" tx1="dk1" bg2="lt2" tx2="dk2" accent1="accent1" accent2="accent2" accent3="accent3" accent4="accent4" accent5="accent5" accent6="accent6" hlink="hlink" folHlink="folHlink"/>
  <p:sldLayoutIdLst>
    <p:sldLayoutId id="2147483702"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9" name="Right Triangle 8">
            <a:extLst>
              <a:ext uri="{FF2B5EF4-FFF2-40B4-BE49-F238E27FC236}">
                <a16:creationId xmlns:a16="http://schemas.microsoft.com/office/drawing/2014/main" id="{0FE1B4E5-ADBE-44E9-94B8-12353259E240}"/>
              </a:ext>
            </a:extLst>
          </p:cNvPr>
          <p:cNvSpPr/>
          <p:nvPr userDrawn="1"/>
        </p:nvSpPr>
        <p:spPr>
          <a:xfrm rot="16200000">
            <a:off x="10209964" y="4875960"/>
            <a:ext cx="1884065" cy="2080010"/>
          </a:xfrm>
          <a:prstGeom prst="rtTriangle">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7" name="Rectangle 6">
            <a:extLst>
              <a:ext uri="{FF2B5EF4-FFF2-40B4-BE49-F238E27FC236}">
                <a16:creationId xmlns:a16="http://schemas.microsoft.com/office/drawing/2014/main" id="{F6310508-6870-44FB-B67F-C3F1350DB66D}"/>
              </a:ext>
            </a:extLst>
          </p:cNvPr>
          <p:cNvSpPr/>
          <p:nvPr userDrawn="1"/>
        </p:nvSpPr>
        <p:spPr>
          <a:xfrm>
            <a:off x="0" y="6211614"/>
            <a:ext cx="12192000" cy="646385"/>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dirty="0">
              <a:solidFill>
                <a:schemeClr val="tx1"/>
              </a:solidFill>
            </a:endParaRPr>
          </a:p>
          <a:p>
            <a:pPr algn="ctr"/>
            <a:r>
              <a:rPr lang="en-US" sz="2000" dirty="0">
                <a:solidFill>
                  <a:schemeClr val="tx1"/>
                </a:solidFill>
              </a:rPr>
              <a:t>Program </a:t>
            </a:r>
            <a:r>
              <a:rPr lang="en-US" sz="2000" dirty="0" err="1">
                <a:solidFill>
                  <a:schemeClr val="tx1"/>
                </a:solidFill>
              </a:rPr>
              <a:t>Studi</a:t>
            </a:r>
            <a:r>
              <a:rPr lang="en-US" sz="2000" dirty="0">
                <a:solidFill>
                  <a:schemeClr val="tx1"/>
                </a:solidFill>
              </a:rPr>
              <a:t> Teknik </a:t>
            </a:r>
            <a:r>
              <a:rPr lang="en-US" sz="2000" dirty="0" err="1">
                <a:solidFill>
                  <a:schemeClr val="tx1"/>
                </a:solidFill>
              </a:rPr>
              <a:t>Informatika</a:t>
            </a:r>
            <a:r>
              <a:rPr lang="en-US" sz="2000" dirty="0">
                <a:solidFill>
                  <a:schemeClr val="tx1"/>
                </a:solidFill>
              </a:rPr>
              <a:t>, Universitas </a:t>
            </a:r>
            <a:r>
              <a:rPr lang="en-US" sz="2000" dirty="0" err="1">
                <a:solidFill>
                  <a:schemeClr val="tx1"/>
                </a:solidFill>
              </a:rPr>
              <a:t>Pamulang</a:t>
            </a:r>
            <a:endParaRPr lang="en-US" sz="2000" dirty="0">
              <a:solidFill>
                <a:schemeClr val="tx1"/>
              </a:solidFill>
            </a:endParaRPr>
          </a:p>
          <a:p>
            <a:pPr algn="ctr"/>
            <a:r>
              <a:rPr lang="en-US" sz="2000" dirty="0">
                <a:solidFill>
                  <a:schemeClr val="tx1"/>
                </a:solidFill>
              </a:rPr>
              <a:t> </a:t>
            </a:r>
            <a:endParaRPr lang="en-ID" sz="2000" dirty="0">
              <a:solidFill>
                <a:schemeClr val="tx1"/>
              </a:solidFill>
            </a:endParaRPr>
          </a:p>
        </p:txBody>
      </p:sp>
      <p:sp>
        <p:nvSpPr>
          <p:cNvPr id="8" name="Right Triangle 7">
            <a:extLst>
              <a:ext uri="{FF2B5EF4-FFF2-40B4-BE49-F238E27FC236}">
                <a16:creationId xmlns:a16="http://schemas.microsoft.com/office/drawing/2014/main" id="{4354D356-3AB9-4317-AD64-9733710C017F}"/>
              </a:ext>
            </a:extLst>
          </p:cNvPr>
          <p:cNvSpPr/>
          <p:nvPr userDrawn="1"/>
        </p:nvSpPr>
        <p:spPr>
          <a:xfrm>
            <a:off x="0" y="5074416"/>
            <a:ext cx="1597688" cy="1783584"/>
          </a:xfrm>
          <a:prstGeom prst="rtTriangle">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pic>
        <p:nvPicPr>
          <p:cNvPr id="11" name="Picture 10">
            <a:extLst>
              <a:ext uri="{FF2B5EF4-FFF2-40B4-BE49-F238E27FC236}">
                <a16:creationId xmlns:a16="http://schemas.microsoft.com/office/drawing/2014/main" id="{222E1FA6-9BAA-48F7-9B48-E78A7FC60C74}"/>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1099172" y="5725289"/>
            <a:ext cx="1042588" cy="1012044"/>
          </a:xfrm>
          <a:prstGeom prst="rect">
            <a:avLst/>
          </a:prstGeom>
        </p:spPr>
      </p:pic>
      <p:pic>
        <p:nvPicPr>
          <p:cNvPr id="16" name="Picture 15">
            <a:extLst>
              <a:ext uri="{FF2B5EF4-FFF2-40B4-BE49-F238E27FC236}">
                <a16:creationId xmlns:a16="http://schemas.microsoft.com/office/drawing/2014/main" id="{B1A5ABCE-DB0D-44E8-AF1B-A1F9AA2448CF}"/>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20581" y="5864994"/>
            <a:ext cx="1403488" cy="993004"/>
          </a:xfrm>
          <a:prstGeom prst="rect">
            <a:avLst/>
          </a:prstGeom>
        </p:spPr>
      </p:pic>
      <p:sp>
        <p:nvSpPr>
          <p:cNvPr id="2" name="TextBox 1">
            <a:extLst>
              <a:ext uri="{FF2B5EF4-FFF2-40B4-BE49-F238E27FC236}">
                <a16:creationId xmlns:a16="http://schemas.microsoft.com/office/drawing/2014/main" id="{A7710A05-4BC0-4640-9166-A8A038BAD88C}"/>
              </a:ext>
            </a:extLst>
          </p:cNvPr>
          <p:cNvSpPr txBox="1"/>
          <p:nvPr userDrawn="1"/>
        </p:nvSpPr>
        <p:spPr>
          <a:xfrm>
            <a:off x="3898760" y="2622619"/>
            <a:ext cx="5194999" cy="923330"/>
          </a:xfrm>
          <a:prstGeom prst="rect">
            <a:avLst/>
          </a:prstGeom>
          <a:noFill/>
        </p:spPr>
        <p:txBody>
          <a:bodyPr wrap="square" rtlCol="0">
            <a:spAutoFit/>
          </a:bodyPr>
          <a:lstStyle/>
          <a:p>
            <a:r>
              <a:rPr lang="en-US" sz="5400" dirty="0"/>
              <a:t>TERIMA KASIH</a:t>
            </a:r>
            <a:endParaRPr lang="en-ID" sz="5400" dirty="0"/>
          </a:p>
        </p:txBody>
      </p:sp>
    </p:spTree>
    <p:extLst>
      <p:ext uri="{BB962C8B-B14F-4D97-AF65-F5344CB8AC3E}">
        <p14:creationId xmlns:p14="http://schemas.microsoft.com/office/powerpoint/2010/main" val="321173633"/>
      </p:ext>
    </p:extLst>
  </p:cSld>
  <p:clrMap bg1="lt1" tx1="dk1" bg2="lt2" tx2="dk2" accent1="accent1" accent2="accent2" accent3="accent3" accent4="accent4" accent5="accent5" accent6="accent6" hlink="hlink" folHlink="folHlink"/>
  <p:sldLayoutIdLst>
    <p:sldLayoutId id="2147483696"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9" name="Right Triangle 8">
            <a:extLst>
              <a:ext uri="{FF2B5EF4-FFF2-40B4-BE49-F238E27FC236}">
                <a16:creationId xmlns:a16="http://schemas.microsoft.com/office/drawing/2014/main" id="{0FE1B4E5-ADBE-44E9-94B8-12353259E240}"/>
              </a:ext>
            </a:extLst>
          </p:cNvPr>
          <p:cNvSpPr/>
          <p:nvPr userDrawn="1"/>
        </p:nvSpPr>
        <p:spPr>
          <a:xfrm rot="16200000">
            <a:off x="10209964" y="4875960"/>
            <a:ext cx="1884065" cy="2080010"/>
          </a:xfrm>
          <a:prstGeom prst="rtTriangle">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7" name="Rectangle 6">
            <a:extLst>
              <a:ext uri="{FF2B5EF4-FFF2-40B4-BE49-F238E27FC236}">
                <a16:creationId xmlns:a16="http://schemas.microsoft.com/office/drawing/2014/main" id="{F6310508-6870-44FB-B67F-C3F1350DB66D}"/>
              </a:ext>
            </a:extLst>
          </p:cNvPr>
          <p:cNvSpPr/>
          <p:nvPr userDrawn="1"/>
        </p:nvSpPr>
        <p:spPr>
          <a:xfrm>
            <a:off x="0" y="6211614"/>
            <a:ext cx="12192000" cy="646385"/>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dirty="0">
              <a:solidFill>
                <a:schemeClr val="tx1"/>
              </a:solidFill>
            </a:endParaRPr>
          </a:p>
          <a:p>
            <a:pPr algn="ctr"/>
            <a:r>
              <a:rPr lang="en-US" sz="2000" dirty="0">
                <a:solidFill>
                  <a:schemeClr val="tx1"/>
                </a:solidFill>
              </a:rPr>
              <a:t>Program </a:t>
            </a:r>
            <a:r>
              <a:rPr lang="en-US" sz="2000" dirty="0" err="1">
                <a:solidFill>
                  <a:schemeClr val="tx1"/>
                </a:solidFill>
              </a:rPr>
              <a:t>Studi</a:t>
            </a:r>
            <a:r>
              <a:rPr lang="en-US" sz="2000" dirty="0">
                <a:solidFill>
                  <a:schemeClr val="tx1"/>
                </a:solidFill>
              </a:rPr>
              <a:t> Teknik </a:t>
            </a:r>
            <a:r>
              <a:rPr lang="en-US" sz="2000" dirty="0" err="1">
                <a:solidFill>
                  <a:schemeClr val="tx1"/>
                </a:solidFill>
              </a:rPr>
              <a:t>Informatika</a:t>
            </a:r>
            <a:r>
              <a:rPr lang="en-US" sz="2000" dirty="0">
                <a:solidFill>
                  <a:schemeClr val="tx1"/>
                </a:solidFill>
              </a:rPr>
              <a:t>, Universitas </a:t>
            </a:r>
            <a:r>
              <a:rPr lang="en-US" sz="2000" dirty="0" err="1">
                <a:solidFill>
                  <a:schemeClr val="tx1"/>
                </a:solidFill>
              </a:rPr>
              <a:t>Pamulang</a:t>
            </a:r>
            <a:endParaRPr lang="en-US" sz="2000" dirty="0">
              <a:solidFill>
                <a:schemeClr val="tx1"/>
              </a:solidFill>
            </a:endParaRPr>
          </a:p>
          <a:p>
            <a:pPr algn="ctr"/>
            <a:r>
              <a:rPr lang="en-US" sz="2000" dirty="0">
                <a:solidFill>
                  <a:schemeClr val="tx1"/>
                </a:solidFill>
              </a:rPr>
              <a:t> </a:t>
            </a:r>
            <a:endParaRPr lang="en-ID" sz="2000" dirty="0">
              <a:solidFill>
                <a:schemeClr val="tx1"/>
              </a:solidFill>
            </a:endParaRPr>
          </a:p>
        </p:txBody>
      </p:sp>
      <p:sp>
        <p:nvSpPr>
          <p:cNvPr id="8" name="Right Triangle 7">
            <a:extLst>
              <a:ext uri="{FF2B5EF4-FFF2-40B4-BE49-F238E27FC236}">
                <a16:creationId xmlns:a16="http://schemas.microsoft.com/office/drawing/2014/main" id="{4354D356-3AB9-4317-AD64-9733710C017F}"/>
              </a:ext>
            </a:extLst>
          </p:cNvPr>
          <p:cNvSpPr/>
          <p:nvPr userDrawn="1"/>
        </p:nvSpPr>
        <p:spPr>
          <a:xfrm>
            <a:off x="0" y="5074416"/>
            <a:ext cx="1597688" cy="1783584"/>
          </a:xfrm>
          <a:prstGeom prst="rtTriangle">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pic>
        <p:nvPicPr>
          <p:cNvPr id="11" name="Picture 10">
            <a:extLst>
              <a:ext uri="{FF2B5EF4-FFF2-40B4-BE49-F238E27FC236}">
                <a16:creationId xmlns:a16="http://schemas.microsoft.com/office/drawing/2014/main" id="{222E1FA6-9BAA-48F7-9B48-E78A7FC60C74}"/>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1099172" y="5725289"/>
            <a:ext cx="1042588" cy="1012044"/>
          </a:xfrm>
          <a:prstGeom prst="rect">
            <a:avLst/>
          </a:prstGeom>
        </p:spPr>
      </p:pic>
      <p:pic>
        <p:nvPicPr>
          <p:cNvPr id="16" name="Picture 15">
            <a:extLst>
              <a:ext uri="{FF2B5EF4-FFF2-40B4-BE49-F238E27FC236}">
                <a16:creationId xmlns:a16="http://schemas.microsoft.com/office/drawing/2014/main" id="{B1A5ABCE-DB0D-44E8-AF1B-A1F9AA2448CF}"/>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20581" y="5864994"/>
            <a:ext cx="1403488" cy="993004"/>
          </a:xfrm>
          <a:prstGeom prst="rect">
            <a:avLst/>
          </a:prstGeom>
        </p:spPr>
      </p:pic>
      <p:sp>
        <p:nvSpPr>
          <p:cNvPr id="6" name="Flowchart: Process 5">
            <a:extLst>
              <a:ext uri="{FF2B5EF4-FFF2-40B4-BE49-F238E27FC236}">
                <a16:creationId xmlns:a16="http://schemas.microsoft.com/office/drawing/2014/main" id="{38F377F8-55ED-4437-98B9-2D2AA5DD3B4A}"/>
              </a:ext>
            </a:extLst>
          </p:cNvPr>
          <p:cNvSpPr/>
          <p:nvPr userDrawn="1"/>
        </p:nvSpPr>
        <p:spPr>
          <a:xfrm>
            <a:off x="0" y="2582426"/>
            <a:ext cx="12192000" cy="646385"/>
          </a:xfrm>
          <a:prstGeom prst="flowChartProcess">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TERIMA KASIH, MAHASISWA TEKNIK INFORMATIKA UNGGUL, ANDA SUDAH BELAJAR DENGAN LUAR BIASA</a:t>
            </a:r>
            <a:endParaRPr lang="en-ID" dirty="0"/>
          </a:p>
        </p:txBody>
      </p:sp>
    </p:spTree>
    <p:extLst>
      <p:ext uri="{BB962C8B-B14F-4D97-AF65-F5344CB8AC3E}">
        <p14:creationId xmlns:p14="http://schemas.microsoft.com/office/powerpoint/2010/main" val="2973921547"/>
      </p:ext>
    </p:extLst>
  </p:cSld>
  <p:clrMap bg1="lt1" tx1="dk1" bg2="lt2" tx2="dk2" accent1="accent1" accent2="accent2" accent3="accent3" accent4="accent4" accent5="accent5" accent6="accent6" hlink="hlink" folHlink="folHlink"/>
  <p:sldLayoutIdLst>
    <p:sldLayoutId id="2147483697"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365A30DD-8BE8-42A1-85CC-D069AF516FB8}"/>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3657600" y="2057400"/>
            <a:ext cx="4876800" cy="2743200"/>
          </a:xfrm>
          <a:prstGeom prst="rect">
            <a:avLst/>
          </a:prstGeom>
        </p:spPr>
      </p:pic>
      <p:sp>
        <p:nvSpPr>
          <p:cNvPr id="9" name="Right Triangle 8">
            <a:extLst>
              <a:ext uri="{FF2B5EF4-FFF2-40B4-BE49-F238E27FC236}">
                <a16:creationId xmlns:a16="http://schemas.microsoft.com/office/drawing/2014/main" id="{0FE1B4E5-ADBE-44E9-94B8-12353259E240}"/>
              </a:ext>
            </a:extLst>
          </p:cNvPr>
          <p:cNvSpPr/>
          <p:nvPr userDrawn="1"/>
        </p:nvSpPr>
        <p:spPr>
          <a:xfrm rot="16200000">
            <a:off x="10209964" y="4875960"/>
            <a:ext cx="1884065" cy="2080010"/>
          </a:xfrm>
          <a:prstGeom prst="rtTriangle">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7" name="Rectangle 6">
            <a:extLst>
              <a:ext uri="{FF2B5EF4-FFF2-40B4-BE49-F238E27FC236}">
                <a16:creationId xmlns:a16="http://schemas.microsoft.com/office/drawing/2014/main" id="{F6310508-6870-44FB-B67F-C3F1350DB66D}"/>
              </a:ext>
            </a:extLst>
          </p:cNvPr>
          <p:cNvSpPr/>
          <p:nvPr userDrawn="1"/>
        </p:nvSpPr>
        <p:spPr>
          <a:xfrm>
            <a:off x="0" y="6211614"/>
            <a:ext cx="12192000" cy="646385"/>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dirty="0">
              <a:solidFill>
                <a:schemeClr val="tx1"/>
              </a:solidFill>
            </a:endParaRPr>
          </a:p>
          <a:p>
            <a:pPr algn="ctr"/>
            <a:r>
              <a:rPr lang="en-US" sz="2000" dirty="0">
                <a:solidFill>
                  <a:schemeClr val="tx1"/>
                </a:solidFill>
              </a:rPr>
              <a:t>Program </a:t>
            </a:r>
            <a:r>
              <a:rPr lang="en-US" sz="2000" dirty="0" err="1">
                <a:solidFill>
                  <a:schemeClr val="tx1"/>
                </a:solidFill>
              </a:rPr>
              <a:t>Studi</a:t>
            </a:r>
            <a:r>
              <a:rPr lang="en-US" sz="2000" dirty="0">
                <a:solidFill>
                  <a:schemeClr val="tx1"/>
                </a:solidFill>
              </a:rPr>
              <a:t> Teknik </a:t>
            </a:r>
            <a:r>
              <a:rPr lang="en-US" sz="2000" dirty="0" err="1">
                <a:solidFill>
                  <a:schemeClr val="tx1"/>
                </a:solidFill>
              </a:rPr>
              <a:t>Informatika</a:t>
            </a:r>
            <a:r>
              <a:rPr lang="en-US" sz="2000" dirty="0">
                <a:solidFill>
                  <a:schemeClr val="tx1"/>
                </a:solidFill>
              </a:rPr>
              <a:t>, Universitas </a:t>
            </a:r>
            <a:r>
              <a:rPr lang="en-US" sz="2000" dirty="0" err="1">
                <a:solidFill>
                  <a:schemeClr val="tx1"/>
                </a:solidFill>
              </a:rPr>
              <a:t>Pamulang</a:t>
            </a:r>
            <a:endParaRPr lang="en-US" sz="2000" dirty="0">
              <a:solidFill>
                <a:schemeClr val="tx1"/>
              </a:solidFill>
            </a:endParaRPr>
          </a:p>
          <a:p>
            <a:pPr algn="ctr"/>
            <a:r>
              <a:rPr lang="en-US" sz="2000" dirty="0">
                <a:solidFill>
                  <a:schemeClr val="tx1"/>
                </a:solidFill>
              </a:rPr>
              <a:t> </a:t>
            </a:r>
            <a:endParaRPr lang="en-ID" sz="2000" dirty="0">
              <a:solidFill>
                <a:schemeClr val="tx1"/>
              </a:solidFill>
            </a:endParaRPr>
          </a:p>
        </p:txBody>
      </p:sp>
      <p:sp>
        <p:nvSpPr>
          <p:cNvPr id="8" name="Right Triangle 7">
            <a:extLst>
              <a:ext uri="{FF2B5EF4-FFF2-40B4-BE49-F238E27FC236}">
                <a16:creationId xmlns:a16="http://schemas.microsoft.com/office/drawing/2014/main" id="{4354D356-3AB9-4317-AD64-9733710C017F}"/>
              </a:ext>
            </a:extLst>
          </p:cNvPr>
          <p:cNvSpPr/>
          <p:nvPr userDrawn="1"/>
        </p:nvSpPr>
        <p:spPr>
          <a:xfrm>
            <a:off x="0" y="5074416"/>
            <a:ext cx="1597688" cy="1783584"/>
          </a:xfrm>
          <a:prstGeom prst="rtTriangle">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pic>
        <p:nvPicPr>
          <p:cNvPr id="11" name="Picture 10">
            <a:extLst>
              <a:ext uri="{FF2B5EF4-FFF2-40B4-BE49-F238E27FC236}">
                <a16:creationId xmlns:a16="http://schemas.microsoft.com/office/drawing/2014/main" id="{222E1FA6-9BAA-48F7-9B48-E78A7FC60C74}"/>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1099172" y="5725289"/>
            <a:ext cx="1042588" cy="1012044"/>
          </a:xfrm>
          <a:prstGeom prst="rect">
            <a:avLst/>
          </a:prstGeom>
        </p:spPr>
      </p:pic>
      <p:pic>
        <p:nvPicPr>
          <p:cNvPr id="16" name="Picture 15">
            <a:extLst>
              <a:ext uri="{FF2B5EF4-FFF2-40B4-BE49-F238E27FC236}">
                <a16:creationId xmlns:a16="http://schemas.microsoft.com/office/drawing/2014/main" id="{B1A5ABCE-DB0D-44E8-AF1B-A1F9AA2448CF}"/>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20581" y="5864994"/>
            <a:ext cx="1403488" cy="993004"/>
          </a:xfrm>
          <a:prstGeom prst="rect">
            <a:avLst/>
          </a:prstGeom>
        </p:spPr>
      </p:pic>
      <p:sp>
        <p:nvSpPr>
          <p:cNvPr id="6" name="Flowchart: Process 5">
            <a:extLst>
              <a:ext uri="{FF2B5EF4-FFF2-40B4-BE49-F238E27FC236}">
                <a16:creationId xmlns:a16="http://schemas.microsoft.com/office/drawing/2014/main" id="{38F377F8-55ED-4437-98B9-2D2AA5DD3B4A}"/>
              </a:ext>
            </a:extLst>
          </p:cNvPr>
          <p:cNvSpPr/>
          <p:nvPr userDrawn="1"/>
        </p:nvSpPr>
        <p:spPr>
          <a:xfrm>
            <a:off x="0" y="0"/>
            <a:ext cx="12192000" cy="646385"/>
          </a:xfrm>
          <a:prstGeom prst="flowChartProcess">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TERIMA KASIH, MAHASISWA TEKNIK INFORMATIKA UNGGUL, ANDA SUDAH BELAJAR DENGAN LUAR BIASA</a:t>
            </a:r>
            <a:endParaRPr lang="en-ID" dirty="0"/>
          </a:p>
        </p:txBody>
      </p:sp>
    </p:spTree>
    <p:extLst>
      <p:ext uri="{BB962C8B-B14F-4D97-AF65-F5344CB8AC3E}">
        <p14:creationId xmlns:p14="http://schemas.microsoft.com/office/powerpoint/2010/main" val="2404665397"/>
      </p:ext>
    </p:extLst>
  </p:cSld>
  <p:clrMap bg1="lt1" tx1="dk1" bg2="lt2" tx2="dk2" accent1="accent1" accent2="accent2" accent3="accent3" accent4="accent4" accent5="accent5" accent6="accent6" hlink="hlink" folHlink="folHlink"/>
  <p:sldLayoutIdLst>
    <p:sldLayoutId id="2147483698"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 name="Right Triangle 8">
            <a:extLst>
              <a:ext uri="{FF2B5EF4-FFF2-40B4-BE49-F238E27FC236}">
                <a16:creationId xmlns:a16="http://schemas.microsoft.com/office/drawing/2014/main" id="{0FE1B4E5-ADBE-44E9-94B8-12353259E240}"/>
              </a:ext>
            </a:extLst>
          </p:cNvPr>
          <p:cNvSpPr/>
          <p:nvPr userDrawn="1"/>
        </p:nvSpPr>
        <p:spPr>
          <a:xfrm rot="16200000">
            <a:off x="10209964" y="4875960"/>
            <a:ext cx="1884065" cy="2080010"/>
          </a:xfrm>
          <a:prstGeom prst="rtTriangle">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7" name="Rectangle 6">
            <a:extLst>
              <a:ext uri="{FF2B5EF4-FFF2-40B4-BE49-F238E27FC236}">
                <a16:creationId xmlns:a16="http://schemas.microsoft.com/office/drawing/2014/main" id="{F6310508-6870-44FB-B67F-C3F1350DB66D}"/>
              </a:ext>
            </a:extLst>
          </p:cNvPr>
          <p:cNvSpPr/>
          <p:nvPr userDrawn="1"/>
        </p:nvSpPr>
        <p:spPr>
          <a:xfrm>
            <a:off x="0" y="6211614"/>
            <a:ext cx="12192000" cy="646385"/>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dirty="0">
              <a:solidFill>
                <a:schemeClr val="tx1"/>
              </a:solidFill>
            </a:endParaRPr>
          </a:p>
          <a:p>
            <a:pPr algn="ctr"/>
            <a:r>
              <a:rPr lang="en-US" sz="2000" dirty="0">
                <a:solidFill>
                  <a:schemeClr val="tx1"/>
                </a:solidFill>
              </a:rPr>
              <a:t>Program </a:t>
            </a:r>
            <a:r>
              <a:rPr lang="en-US" sz="2000" dirty="0" err="1">
                <a:solidFill>
                  <a:schemeClr val="tx1"/>
                </a:solidFill>
              </a:rPr>
              <a:t>Studi</a:t>
            </a:r>
            <a:r>
              <a:rPr lang="en-US" sz="2000" dirty="0">
                <a:solidFill>
                  <a:schemeClr val="tx1"/>
                </a:solidFill>
              </a:rPr>
              <a:t> Teknik </a:t>
            </a:r>
            <a:r>
              <a:rPr lang="en-US" sz="2000" dirty="0" err="1">
                <a:solidFill>
                  <a:schemeClr val="tx1"/>
                </a:solidFill>
              </a:rPr>
              <a:t>Informatika</a:t>
            </a:r>
            <a:r>
              <a:rPr lang="en-US" sz="2000" dirty="0">
                <a:solidFill>
                  <a:schemeClr val="tx1"/>
                </a:solidFill>
              </a:rPr>
              <a:t>, Universitas </a:t>
            </a:r>
            <a:r>
              <a:rPr lang="en-US" sz="2000" dirty="0" err="1">
                <a:solidFill>
                  <a:schemeClr val="tx1"/>
                </a:solidFill>
              </a:rPr>
              <a:t>Pamulang</a:t>
            </a:r>
            <a:endParaRPr lang="en-US" sz="2000" dirty="0">
              <a:solidFill>
                <a:schemeClr val="tx1"/>
              </a:solidFill>
            </a:endParaRPr>
          </a:p>
          <a:p>
            <a:pPr algn="ctr"/>
            <a:r>
              <a:rPr lang="en-US" sz="2000" dirty="0">
                <a:solidFill>
                  <a:schemeClr val="tx1"/>
                </a:solidFill>
              </a:rPr>
              <a:t> </a:t>
            </a:r>
            <a:endParaRPr lang="en-ID" sz="2000" dirty="0">
              <a:solidFill>
                <a:schemeClr val="tx1"/>
              </a:solidFill>
            </a:endParaRPr>
          </a:p>
        </p:txBody>
      </p:sp>
      <p:sp>
        <p:nvSpPr>
          <p:cNvPr id="8" name="Right Triangle 7">
            <a:extLst>
              <a:ext uri="{FF2B5EF4-FFF2-40B4-BE49-F238E27FC236}">
                <a16:creationId xmlns:a16="http://schemas.microsoft.com/office/drawing/2014/main" id="{4354D356-3AB9-4317-AD64-9733710C017F}"/>
              </a:ext>
            </a:extLst>
          </p:cNvPr>
          <p:cNvSpPr/>
          <p:nvPr userDrawn="1"/>
        </p:nvSpPr>
        <p:spPr>
          <a:xfrm>
            <a:off x="0" y="5074416"/>
            <a:ext cx="1597688" cy="1783584"/>
          </a:xfrm>
          <a:prstGeom prst="rtTriangle">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pic>
        <p:nvPicPr>
          <p:cNvPr id="11" name="Picture 10">
            <a:extLst>
              <a:ext uri="{FF2B5EF4-FFF2-40B4-BE49-F238E27FC236}">
                <a16:creationId xmlns:a16="http://schemas.microsoft.com/office/drawing/2014/main" id="{222E1FA6-9BAA-48F7-9B48-E78A7FC60C74}"/>
              </a:ext>
            </a:extLst>
          </p:cNvPr>
          <p:cNvPicPr>
            <a:picLocks noChangeAspect="1"/>
          </p:cNvPicPr>
          <p:nvPr userDrawn="1"/>
        </p:nvPicPr>
        <p:blipFill>
          <a:blip r:embed="rId9" cstate="print">
            <a:extLst>
              <a:ext uri="{28A0092B-C50C-407E-A947-70E740481C1C}">
                <a14:useLocalDpi xmlns:a14="http://schemas.microsoft.com/office/drawing/2010/main" val="0"/>
              </a:ext>
            </a:extLst>
          </a:blip>
          <a:stretch>
            <a:fillRect/>
          </a:stretch>
        </p:blipFill>
        <p:spPr>
          <a:xfrm>
            <a:off x="11099172" y="5725289"/>
            <a:ext cx="1042588" cy="1012044"/>
          </a:xfrm>
          <a:prstGeom prst="rect">
            <a:avLst/>
          </a:prstGeom>
        </p:spPr>
      </p:pic>
      <p:pic>
        <p:nvPicPr>
          <p:cNvPr id="16" name="Picture 15">
            <a:extLst>
              <a:ext uri="{FF2B5EF4-FFF2-40B4-BE49-F238E27FC236}">
                <a16:creationId xmlns:a16="http://schemas.microsoft.com/office/drawing/2014/main" id="{B1A5ABCE-DB0D-44E8-AF1B-A1F9AA2448CF}"/>
              </a:ext>
            </a:extLst>
          </p:cNvPr>
          <p:cNvPicPr>
            <a:picLocks noChangeAspect="1"/>
          </p:cNvPicPr>
          <p:nvPr userDrawn="1"/>
        </p:nvPicPr>
        <p:blipFill>
          <a:blip r:embed="rId10" cstate="print">
            <a:extLst>
              <a:ext uri="{28A0092B-C50C-407E-A947-70E740481C1C}">
                <a14:useLocalDpi xmlns:a14="http://schemas.microsoft.com/office/drawing/2010/main" val="0"/>
              </a:ext>
            </a:extLst>
          </a:blip>
          <a:stretch>
            <a:fillRect/>
          </a:stretch>
        </p:blipFill>
        <p:spPr>
          <a:xfrm>
            <a:off x="-120581" y="5864994"/>
            <a:ext cx="1403488" cy="993004"/>
          </a:xfrm>
          <a:prstGeom prst="rect">
            <a:avLst/>
          </a:prstGeom>
        </p:spPr>
      </p:pic>
      <p:sp>
        <p:nvSpPr>
          <p:cNvPr id="34" name="Text Placeholder 33">
            <a:extLst>
              <a:ext uri="{FF2B5EF4-FFF2-40B4-BE49-F238E27FC236}">
                <a16:creationId xmlns:a16="http://schemas.microsoft.com/office/drawing/2014/main" id="{73922ECC-A830-4C03-9B45-AEB8C3D23C3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D" dirty="0"/>
          </a:p>
        </p:txBody>
      </p:sp>
      <p:sp>
        <p:nvSpPr>
          <p:cNvPr id="35" name="Title Placeholder 34">
            <a:extLst>
              <a:ext uri="{FF2B5EF4-FFF2-40B4-BE49-F238E27FC236}">
                <a16:creationId xmlns:a16="http://schemas.microsoft.com/office/drawing/2014/main" id="{862CBB9D-7640-4DCE-8E7A-C98B9F67D6F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D"/>
          </a:p>
        </p:txBody>
      </p:sp>
    </p:spTree>
    <p:extLst>
      <p:ext uri="{BB962C8B-B14F-4D97-AF65-F5344CB8AC3E}">
        <p14:creationId xmlns:p14="http://schemas.microsoft.com/office/powerpoint/2010/main" val="380162057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85" r:id="rId3"/>
    <p:sldLayoutId id="2147483652" r:id="rId4"/>
    <p:sldLayoutId id="2147483651" r:id="rId5"/>
    <p:sldLayoutId id="2147483686" r:id="rId6"/>
    <p:sldLayoutId id="2147483687" r:id="rId7"/>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F6310508-6870-44FB-B67F-C3F1350DB66D}"/>
              </a:ext>
            </a:extLst>
          </p:cNvPr>
          <p:cNvSpPr/>
          <p:nvPr userDrawn="1"/>
        </p:nvSpPr>
        <p:spPr>
          <a:xfrm>
            <a:off x="0" y="1"/>
            <a:ext cx="12192000" cy="1204466"/>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dirty="0">
              <a:solidFill>
                <a:schemeClr val="tx1"/>
              </a:solidFill>
            </a:endParaRPr>
          </a:p>
          <a:p>
            <a:pPr algn="ctr"/>
            <a:r>
              <a:rPr lang="en-US" sz="2000" dirty="0">
                <a:solidFill>
                  <a:schemeClr val="tx1"/>
                </a:solidFill>
              </a:rPr>
              <a:t> </a:t>
            </a:r>
            <a:endParaRPr lang="en-ID" sz="2000" dirty="0">
              <a:solidFill>
                <a:schemeClr val="tx1"/>
              </a:solidFill>
            </a:endParaRPr>
          </a:p>
        </p:txBody>
      </p:sp>
      <p:pic>
        <p:nvPicPr>
          <p:cNvPr id="11" name="Picture 10">
            <a:extLst>
              <a:ext uri="{FF2B5EF4-FFF2-40B4-BE49-F238E27FC236}">
                <a16:creationId xmlns:a16="http://schemas.microsoft.com/office/drawing/2014/main" id="{222E1FA6-9BAA-48F7-9B48-E78A7FC60C74}"/>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99642" y="38924"/>
            <a:ext cx="1119282" cy="1086491"/>
          </a:xfrm>
          <a:prstGeom prst="rect">
            <a:avLst/>
          </a:prstGeom>
        </p:spPr>
      </p:pic>
      <p:sp>
        <p:nvSpPr>
          <p:cNvPr id="2" name="TextBox 1">
            <a:extLst>
              <a:ext uri="{FF2B5EF4-FFF2-40B4-BE49-F238E27FC236}">
                <a16:creationId xmlns:a16="http://schemas.microsoft.com/office/drawing/2014/main" id="{6456D31B-DA89-4FCC-A0CF-973CBA8BD493}"/>
              </a:ext>
            </a:extLst>
          </p:cNvPr>
          <p:cNvSpPr txBox="1"/>
          <p:nvPr userDrawn="1"/>
        </p:nvSpPr>
        <p:spPr>
          <a:xfrm>
            <a:off x="1218924" y="166670"/>
            <a:ext cx="5886103" cy="830997"/>
          </a:xfrm>
          <a:prstGeom prst="rect">
            <a:avLst/>
          </a:prstGeom>
          <a:noFill/>
        </p:spPr>
        <p:txBody>
          <a:bodyPr wrap="square" rtlCol="0">
            <a:spAutoFit/>
          </a:bodyPr>
          <a:lstStyle/>
          <a:p>
            <a:pPr algn="just"/>
            <a:r>
              <a:rPr lang="en-US" sz="2400" dirty="0"/>
              <a:t>PROGRAM STUDI S1 TEKNIK INFORMATIKA</a:t>
            </a:r>
            <a:br>
              <a:rPr lang="en-US" sz="2400" dirty="0"/>
            </a:br>
            <a:r>
              <a:rPr lang="en-US" sz="2400" dirty="0"/>
              <a:t>UNIVERSITAS PAMULANG</a:t>
            </a:r>
            <a:endParaRPr lang="en-ID" sz="2400" dirty="0"/>
          </a:p>
        </p:txBody>
      </p:sp>
      <p:pic>
        <p:nvPicPr>
          <p:cNvPr id="5" name="Picture 4">
            <a:extLst>
              <a:ext uri="{FF2B5EF4-FFF2-40B4-BE49-F238E27FC236}">
                <a16:creationId xmlns:a16="http://schemas.microsoft.com/office/drawing/2014/main" id="{C960A43D-3921-41B8-B4DC-C239EAEA8479}"/>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10048352" y="0"/>
            <a:ext cx="2143648" cy="1205802"/>
          </a:xfrm>
          <a:prstGeom prst="rect">
            <a:avLst/>
          </a:prstGeom>
        </p:spPr>
      </p:pic>
      <p:sp>
        <p:nvSpPr>
          <p:cNvPr id="6" name="Title Placeholder 5">
            <a:extLst>
              <a:ext uri="{FF2B5EF4-FFF2-40B4-BE49-F238E27FC236}">
                <a16:creationId xmlns:a16="http://schemas.microsoft.com/office/drawing/2014/main" id="{36AE1D4B-E2EF-47C4-A1A7-5689711E6FCE}"/>
              </a:ext>
            </a:extLst>
          </p:cNvPr>
          <p:cNvSpPr>
            <a:spLocks noGrp="1"/>
          </p:cNvSpPr>
          <p:nvPr>
            <p:ph type="title"/>
          </p:nvPr>
        </p:nvSpPr>
        <p:spPr>
          <a:xfrm>
            <a:off x="838200" y="1204467"/>
            <a:ext cx="10515600" cy="1325563"/>
          </a:xfrm>
          <a:prstGeom prst="rect">
            <a:avLst/>
          </a:prstGeom>
        </p:spPr>
        <p:txBody>
          <a:bodyPr vert="horz" lIns="91440" tIns="45720" rIns="91440" bIns="45720" rtlCol="0" anchor="ctr">
            <a:normAutofit/>
          </a:bodyPr>
          <a:lstStyle/>
          <a:p>
            <a:r>
              <a:rPr lang="en-US"/>
              <a:t>Click to edit Master title style</a:t>
            </a:r>
            <a:endParaRPr lang="en-ID"/>
          </a:p>
        </p:txBody>
      </p:sp>
      <p:sp>
        <p:nvSpPr>
          <p:cNvPr id="10" name="Text Placeholder 9">
            <a:extLst>
              <a:ext uri="{FF2B5EF4-FFF2-40B4-BE49-F238E27FC236}">
                <a16:creationId xmlns:a16="http://schemas.microsoft.com/office/drawing/2014/main" id="{3FA5E565-A9FD-45A9-9262-E4CE87B5C47A}"/>
              </a:ext>
            </a:extLst>
          </p:cNvPr>
          <p:cNvSpPr>
            <a:spLocks noGrp="1"/>
          </p:cNvSpPr>
          <p:nvPr>
            <p:ph type="body" idx="1"/>
          </p:nvPr>
        </p:nvSpPr>
        <p:spPr>
          <a:xfrm>
            <a:off x="838200" y="2329881"/>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D"/>
          </a:p>
        </p:txBody>
      </p:sp>
    </p:spTree>
    <p:extLst>
      <p:ext uri="{BB962C8B-B14F-4D97-AF65-F5344CB8AC3E}">
        <p14:creationId xmlns:p14="http://schemas.microsoft.com/office/powerpoint/2010/main" val="440609619"/>
      </p:ext>
    </p:extLst>
  </p:cSld>
  <p:clrMap bg1="lt1" tx1="dk1" bg2="lt2" tx2="dk2" accent1="accent1" accent2="accent2" accent3="accent3" accent4="accent4" accent5="accent5" accent6="accent6" hlink="hlink" folHlink="folHlink"/>
  <p:sldLayoutIdLst>
    <p:sldLayoutId id="214748369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67122B0-D188-4F1B-9170-48FB515F7D17}"/>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9" name="Right Triangle 8">
            <a:extLst>
              <a:ext uri="{FF2B5EF4-FFF2-40B4-BE49-F238E27FC236}">
                <a16:creationId xmlns:a16="http://schemas.microsoft.com/office/drawing/2014/main" id="{0FE1B4E5-ADBE-44E9-94B8-12353259E240}"/>
              </a:ext>
            </a:extLst>
          </p:cNvPr>
          <p:cNvSpPr/>
          <p:nvPr userDrawn="1"/>
        </p:nvSpPr>
        <p:spPr>
          <a:xfrm rot="16200000">
            <a:off x="10209964" y="4875960"/>
            <a:ext cx="1884065" cy="2080010"/>
          </a:xfrm>
          <a:prstGeom prst="rtTriangle">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7" name="Rectangle 6">
            <a:extLst>
              <a:ext uri="{FF2B5EF4-FFF2-40B4-BE49-F238E27FC236}">
                <a16:creationId xmlns:a16="http://schemas.microsoft.com/office/drawing/2014/main" id="{F6310508-6870-44FB-B67F-C3F1350DB66D}"/>
              </a:ext>
            </a:extLst>
          </p:cNvPr>
          <p:cNvSpPr/>
          <p:nvPr userDrawn="1"/>
        </p:nvSpPr>
        <p:spPr>
          <a:xfrm>
            <a:off x="0" y="6211614"/>
            <a:ext cx="12192000" cy="646385"/>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dirty="0">
              <a:solidFill>
                <a:schemeClr val="tx1"/>
              </a:solidFill>
            </a:endParaRPr>
          </a:p>
          <a:p>
            <a:pPr algn="ctr"/>
            <a:r>
              <a:rPr lang="en-US" sz="2000" dirty="0">
                <a:solidFill>
                  <a:schemeClr val="tx1"/>
                </a:solidFill>
              </a:rPr>
              <a:t>Program </a:t>
            </a:r>
            <a:r>
              <a:rPr lang="en-US" sz="2000" dirty="0" err="1">
                <a:solidFill>
                  <a:schemeClr val="tx1"/>
                </a:solidFill>
              </a:rPr>
              <a:t>Studi</a:t>
            </a:r>
            <a:r>
              <a:rPr lang="en-US" sz="2000" dirty="0">
                <a:solidFill>
                  <a:schemeClr val="tx1"/>
                </a:solidFill>
              </a:rPr>
              <a:t> Teknik </a:t>
            </a:r>
            <a:r>
              <a:rPr lang="en-US" sz="2000" dirty="0" err="1">
                <a:solidFill>
                  <a:schemeClr val="tx1"/>
                </a:solidFill>
              </a:rPr>
              <a:t>Informatika</a:t>
            </a:r>
            <a:r>
              <a:rPr lang="en-US" sz="2000" dirty="0">
                <a:solidFill>
                  <a:schemeClr val="tx1"/>
                </a:solidFill>
              </a:rPr>
              <a:t>, Universitas </a:t>
            </a:r>
            <a:r>
              <a:rPr lang="en-US" sz="2000" dirty="0" err="1">
                <a:solidFill>
                  <a:schemeClr val="tx1"/>
                </a:solidFill>
              </a:rPr>
              <a:t>Pamulang</a:t>
            </a:r>
            <a:endParaRPr lang="en-US" sz="2000" dirty="0">
              <a:solidFill>
                <a:schemeClr val="tx1"/>
              </a:solidFill>
            </a:endParaRPr>
          </a:p>
          <a:p>
            <a:pPr algn="ctr"/>
            <a:r>
              <a:rPr lang="en-US" sz="2000" dirty="0">
                <a:solidFill>
                  <a:schemeClr val="tx1"/>
                </a:solidFill>
              </a:rPr>
              <a:t> </a:t>
            </a:r>
            <a:endParaRPr lang="en-ID" sz="2000" dirty="0">
              <a:solidFill>
                <a:schemeClr val="tx1"/>
              </a:solidFill>
            </a:endParaRPr>
          </a:p>
        </p:txBody>
      </p:sp>
      <p:sp>
        <p:nvSpPr>
          <p:cNvPr id="8" name="Right Triangle 7">
            <a:extLst>
              <a:ext uri="{FF2B5EF4-FFF2-40B4-BE49-F238E27FC236}">
                <a16:creationId xmlns:a16="http://schemas.microsoft.com/office/drawing/2014/main" id="{4354D356-3AB9-4317-AD64-9733710C017F}"/>
              </a:ext>
            </a:extLst>
          </p:cNvPr>
          <p:cNvSpPr/>
          <p:nvPr userDrawn="1"/>
        </p:nvSpPr>
        <p:spPr>
          <a:xfrm>
            <a:off x="0" y="5074416"/>
            <a:ext cx="1597688" cy="1783584"/>
          </a:xfrm>
          <a:prstGeom prst="rtTriangle">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pic>
        <p:nvPicPr>
          <p:cNvPr id="11" name="Picture 10">
            <a:extLst>
              <a:ext uri="{FF2B5EF4-FFF2-40B4-BE49-F238E27FC236}">
                <a16:creationId xmlns:a16="http://schemas.microsoft.com/office/drawing/2014/main" id="{222E1FA6-9BAA-48F7-9B48-E78A7FC60C74}"/>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1099172" y="5725289"/>
            <a:ext cx="1042588" cy="1012044"/>
          </a:xfrm>
          <a:prstGeom prst="rect">
            <a:avLst/>
          </a:prstGeom>
        </p:spPr>
      </p:pic>
      <p:pic>
        <p:nvPicPr>
          <p:cNvPr id="16" name="Picture 15">
            <a:extLst>
              <a:ext uri="{FF2B5EF4-FFF2-40B4-BE49-F238E27FC236}">
                <a16:creationId xmlns:a16="http://schemas.microsoft.com/office/drawing/2014/main" id="{B1A5ABCE-DB0D-44E8-AF1B-A1F9AA2448CF}"/>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20581" y="5864994"/>
            <a:ext cx="1403488" cy="993004"/>
          </a:xfrm>
          <a:prstGeom prst="rect">
            <a:avLst/>
          </a:prstGeom>
        </p:spPr>
      </p:pic>
    </p:spTree>
    <p:extLst>
      <p:ext uri="{BB962C8B-B14F-4D97-AF65-F5344CB8AC3E}">
        <p14:creationId xmlns:p14="http://schemas.microsoft.com/office/powerpoint/2010/main" val="4026085888"/>
      </p:ext>
    </p:extLst>
  </p:cSld>
  <p:clrMap bg1="lt1" tx1="dk1" bg2="lt2" tx2="dk2" accent1="accent1" accent2="accent2" accent3="accent3" accent4="accent4" accent5="accent5" accent6="accent6" hlink="hlink" folHlink="folHlink"/>
  <p:sldLayoutIdLst>
    <p:sldLayoutId id="2147483700"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11.xml"/></Relationships>
</file>

<file path=ppt/slides/_rels/slide2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537909" y="2113382"/>
            <a:ext cx="2752677" cy="1446550"/>
          </a:xfrm>
          <a:prstGeom prst="rect">
            <a:avLst/>
          </a:prstGeom>
        </p:spPr>
        <p:txBody>
          <a:bodyPr wrap="none">
            <a:spAutoFit/>
          </a:bodyPr>
          <a:lstStyle/>
          <a:p>
            <a:pPr algn="ctr"/>
            <a:r>
              <a:rPr lang="id-ID" sz="4400" dirty="0">
                <a:effectLst>
                  <a:outerShdw blurRad="38100" dist="38100" dir="2700000" algn="tl">
                    <a:srgbClr val="000000">
                      <a:alpha val="43137"/>
                    </a:srgbClr>
                  </a:outerShdw>
                </a:effectLst>
                <a:latin typeface="Adobe Ming Std L" pitchFamily="18" charset="-128"/>
                <a:ea typeface="Adobe Ming Std L" pitchFamily="18" charset="-128"/>
              </a:rPr>
              <a:t>DIVISION</a:t>
            </a:r>
          </a:p>
          <a:p>
            <a:pPr algn="ctr"/>
            <a:r>
              <a:rPr lang="id-ID" sz="4400" dirty="0">
                <a:effectLst>
                  <a:outerShdw blurRad="38100" dist="38100" dir="2700000" algn="tl">
                    <a:srgbClr val="000000">
                      <a:alpha val="43137"/>
                    </a:srgbClr>
                  </a:outerShdw>
                </a:effectLst>
                <a:latin typeface="Adobe Ming Std L" pitchFamily="18" charset="-128"/>
                <a:ea typeface="Adobe Ming Std L" pitchFamily="18" charset="-128"/>
              </a:rPr>
              <a:t>(div)</a:t>
            </a:r>
          </a:p>
        </p:txBody>
      </p:sp>
      <p:sp>
        <p:nvSpPr>
          <p:cNvPr id="3" name="TextBox 2"/>
          <p:cNvSpPr txBox="1"/>
          <p:nvPr/>
        </p:nvSpPr>
        <p:spPr>
          <a:xfrm>
            <a:off x="3149324" y="3498930"/>
            <a:ext cx="5488234" cy="954107"/>
          </a:xfrm>
          <a:prstGeom prst="rect">
            <a:avLst/>
          </a:prstGeom>
          <a:noFill/>
        </p:spPr>
        <p:txBody>
          <a:bodyPr wrap="none" rtlCol="0">
            <a:spAutoFit/>
          </a:bodyPr>
          <a:lstStyle/>
          <a:p>
            <a:pPr algn="ctr"/>
            <a:r>
              <a:rPr lang="id-ID" sz="2800" b="1" dirty="0"/>
              <a:t>Oleh :</a:t>
            </a:r>
          </a:p>
          <a:p>
            <a:pPr algn="ctr"/>
            <a:r>
              <a:rPr lang="id-ID" sz="2800" b="1" dirty="0"/>
              <a:t>Tim Dosen Prodi Teknik Informatika</a:t>
            </a:r>
          </a:p>
        </p:txBody>
      </p:sp>
    </p:spTree>
    <p:extLst>
      <p:ext uri="{BB962C8B-B14F-4D97-AF65-F5344CB8AC3E}">
        <p14:creationId xmlns:p14="http://schemas.microsoft.com/office/powerpoint/2010/main" val="200752526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80785" y="878918"/>
            <a:ext cx="10699668" cy="1287532"/>
          </a:xfrm>
          <a:prstGeom prst="rect">
            <a:avLst/>
          </a:prstGeom>
        </p:spPr>
        <p:txBody>
          <a:bodyPr wrap="square">
            <a:spAutoFit/>
          </a:bodyPr>
          <a:lstStyle/>
          <a:p>
            <a:pPr algn="just">
              <a:lnSpc>
                <a:spcPct val="150000"/>
              </a:lnSpc>
            </a:pPr>
            <a:r>
              <a:rPr lang="id-ID" b="1" dirty="0">
                <a:solidFill>
                  <a:srgbClr val="000000"/>
                </a:solidFill>
              </a:rPr>
              <a:t>Division atau div </a:t>
            </a:r>
            <a:r>
              <a:rPr lang="id-ID" dirty="0">
                <a:solidFill>
                  <a:srgbClr val="000000"/>
                </a:solidFill>
              </a:rPr>
              <a:t>adalah tag yang digunakan untuk membuat suatu bagian atau kelompok tertentu dengan tujuan mengelompokan sebuah file HTML menjadi beberapa bagian sesuai dengan tempatnya agar mempermudah para web developer memberi style pada setiap bagiannya. </a:t>
            </a:r>
          </a:p>
        </p:txBody>
      </p:sp>
      <p:sp>
        <p:nvSpPr>
          <p:cNvPr id="3" name="Rectangle 2"/>
          <p:cNvSpPr/>
          <p:nvPr/>
        </p:nvSpPr>
        <p:spPr>
          <a:xfrm>
            <a:off x="215599" y="184970"/>
            <a:ext cx="1805494" cy="461665"/>
          </a:xfrm>
          <a:prstGeom prst="rect">
            <a:avLst/>
          </a:prstGeom>
        </p:spPr>
        <p:txBody>
          <a:bodyPr wrap="none">
            <a:spAutoFit/>
          </a:bodyPr>
          <a:lstStyle/>
          <a:p>
            <a:pPr algn="ctr"/>
            <a:r>
              <a:rPr lang="id-ID" sz="2400" dirty="0">
                <a:effectLst>
                  <a:outerShdw blurRad="38100" dist="38100" dir="2700000" algn="tl">
                    <a:srgbClr val="000000">
                      <a:alpha val="43137"/>
                    </a:srgbClr>
                  </a:outerShdw>
                </a:effectLst>
                <a:ea typeface="Adobe Ming Std L" pitchFamily="18" charset="-128"/>
              </a:rPr>
              <a:t>PENGERTIAN</a:t>
            </a:r>
          </a:p>
        </p:txBody>
      </p:sp>
      <p:sp>
        <p:nvSpPr>
          <p:cNvPr id="4" name="Rectangle 3"/>
          <p:cNvSpPr/>
          <p:nvPr/>
        </p:nvSpPr>
        <p:spPr>
          <a:xfrm>
            <a:off x="3556635" y="2502314"/>
            <a:ext cx="3223447" cy="369332"/>
          </a:xfrm>
          <a:prstGeom prst="rect">
            <a:avLst/>
          </a:prstGeom>
          <a:ln w="12700">
            <a:solidFill>
              <a:schemeClr val="tx1"/>
            </a:solidFill>
          </a:ln>
        </p:spPr>
        <p:txBody>
          <a:bodyPr wrap="none">
            <a:spAutoFit/>
          </a:bodyPr>
          <a:lstStyle/>
          <a:p>
            <a:r>
              <a:rPr lang="id-ID" dirty="0">
                <a:solidFill>
                  <a:srgbClr val="000000"/>
                </a:solidFill>
              </a:rPr>
              <a:t>Bentuk umum :  &lt;div&gt; ….. &lt;/div&gt;</a:t>
            </a:r>
          </a:p>
        </p:txBody>
      </p:sp>
      <p:sp>
        <p:nvSpPr>
          <p:cNvPr id="5" name="Rectangle 4">
            <a:extLst>
              <a:ext uri="{FF2B5EF4-FFF2-40B4-BE49-F238E27FC236}">
                <a16:creationId xmlns:a16="http://schemas.microsoft.com/office/drawing/2014/main" id="{A1716D32-3159-439E-911D-691FE796F5B4}"/>
              </a:ext>
            </a:extLst>
          </p:cNvPr>
          <p:cNvSpPr/>
          <p:nvPr/>
        </p:nvSpPr>
        <p:spPr>
          <a:xfrm>
            <a:off x="436879" y="3212620"/>
            <a:ext cx="11013441" cy="2957861"/>
          </a:xfrm>
          <a:prstGeom prst="rect">
            <a:avLst/>
          </a:prstGeom>
        </p:spPr>
        <p:txBody>
          <a:bodyPr wrap="square">
            <a:spAutoFit/>
          </a:bodyPr>
          <a:lstStyle/>
          <a:p>
            <a:pPr>
              <a:lnSpc>
                <a:spcPct val="150000"/>
              </a:lnSpc>
            </a:pPr>
            <a:r>
              <a:rPr lang="en-ID" dirty="0" err="1"/>
              <a:t>Elemen</a:t>
            </a:r>
            <a:r>
              <a:rPr lang="en-ID" dirty="0"/>
              <a:t> DIV </a:t>
            </a:r>
            <a:r>
              <a:rPr lang="en-ID" dirty="0" err="1"/>
              <a:t>tidak</a:t>
            </a:r>
            <a:r>
              <a:rPr lang="en-ID" dirty="0"/>
              <a:t> </a:t>
            </a:r>
            <a:r>
              <a:rPr lang="en-ID" dirty="0" err="1"/>
              <a:t>memiliki</a:t>
            </a:r>
            <a:r>
              <a:rPr lang="en-ID" dirty="0"/>
              <a:t> </a:t>
            </a:r>
            <a:r>
              <a:rPr lang="en-ID" dirty="0" err="1"/>
              <a:t>attribut</a:t>
            </a:r>
            <a:r>
              <a:rPr lang="en-ID" dirty="0"/>
              <a:t>, </a:t>
            </a:r>
            <a:r>
              <a:rPr lang="en-ID" dirty="0" err="1"/>
              <a:t>tetapi</a:t>
            </a:r>
            <a:r>
              <a:rPr lang="en-ID" dirty="0"/>
              <a:t> div </a:t>
            </a:r>
            <a:r>
              <a:rPr lang="en-ID" dirty="0" err="1"/>
              <a:t>biasanya</a:t>
            </a:r>
            <a:r>
              <a:rPr lang="en-ID" dirty="0"/>
              <a:t> </a:t>
            </a:r>
            <a:r>
              <a:rPr lang="en-ID" dirty="0" err="1"/>
              <a:t>digunakan</a:t>
            </a:r>
            <a:r>
              <a:rPr lang="en-ID" dirty="0"/>
              <a:t> </a:t>
            </a:r>
            <a:r>
              <a:rPr lang="en-ID" dirty="0" err="1"/>
              <a:t>bersamaan</a:t>
            </a:r>
            <a:r>
              <a:rPr lang="en-ID" dirty="0"/>
              <a:t> </a:t>
            </a:r>
            <a:r>
              <a:rPr lang="en-ID" dirty="0" err="1"/>
              <a:t>dengan</a:t>
            </a:r>
            <a:r>
              <a:rPr lang="en-ID" dirty="0"/>
              <a:t> style, class dan id.</a:t>
            </a:r>
            <a:br>
              <a:rPr lang="en-ID" dirty="0"/>
            </a:br>
            <a:r>
              <a:rPr lang="en-ID" dirty="0" err="1"/>
              <a:t>Contoh</a:t>
            </a:r>
            <a:r>
              <a:rPr lang="en-ID" dirty="0"/>
              <a:t>: </a:t>
            </a:r>
          </a:p>
          <a:p>
            <a:pPr>
              <a:lnSpc>
                <a:spcPct val="150000"/>
              </a:lnSpc>
            </a:pPr>
            <a:endParaRPr lang="en-ID" dirty="0"/>
          </a:p>
          <a:p>
            <a:pPr marL="893763">
              <a:lnSpc>
                <a:spcPct val="150000"/>
              </a:lnSpc>
            </a:pPr>
            <a:r>
              <a:rPr lang="en-ID" dirty="0"/>
              <a:t>&lt;div </a:t>
            </a:r>
            <a:r>
              <a:rPr lang="en-ID" b="1" dirty="0"/>
              <a:t>style</a:t>
            </a:r>
            <a:r>
              <a:rPr lang="en-ID" dirty="0"/>
              <a:t>=”</a:t>
            </a:r>
            <a:r>
              <a:rPr lang="en-ID" dirty="0" err="1"/>
              <a:t>background-color:grey</a:t>
            </a:r>
            <a:r>
              <a:rPr lang="en-ID" dirty="0"/>
              <a:t>”&gt; </a:t>
            </a:r>
          </a:p>
          <a:p>
            <a:pPr marL="893763">
              <a:lnSpc>
                <a:spcPct val="150000"/>
              </a:lnSpc>
            </a:pPr>
            <a:r>
              <a:rPr lang="en-ID" dirty="0"/>
              <a:t>   &lt;h3&gt;</a:t>
            </a:r>
            <a:r>
              <a:rPr lang="en-ID" dirty="0" err="1"/>
              <a:t>Penulisan</a:t>
            </a:r>
            <a:r>
              <a:rPr lang="en-ID" dirty="0"/>
              <a:t> Heading </a:t>
            </a:r>
            <a:r>
              <a:rPr lang="en-ID" dirty="0" err="1"/>
              <a:t>dengan</a:t>
            </a:r>
            <a:r>
              <a:rPr lang="en-ID" dirty="0"/>
              <a:t> </a:t>
            </a:r>
            <a:r>
              <a:rPr lang="en-ID" dirty="0" err="1"/>
              <a:t>ukuran</a:t>
            </a:r>
            <a:r>
              <a:rPr lang="en-ID" dirty="0"/>
              <a:t> h3&lt;/h3&gt; </a:t>
            </a:r>
          </a:p>
          <a:p>
            <a:pPr marL="893763">
              <a:lnSpc>
                <a:spcPct val="150000"/>
              </a:lnSpc>
            </a:pPr>
            <a:r>
              <a:rPr lang="en-ID" dirty="0"/>
              <a:t>   &lt;p&gt;</a:t>
            </a:r>
            <a:r>
              <a:rPr lang="en-ID" dirty="0" err="1"/>
              <a:t>Penulisan</a:t>
            </a:r>
            <a:r>
              <a:rPr lang="en-ID" dirty="0"/>
              <a:t> paragraph&lt;/p&gt; </a:t>
            </a:r>
          </a:p>
          <a:p>
            <a:pPr marL="893763">
              <a:lnSpc>
                <a:spcPct val="150000"/>
              </a:lnSpc>
            </a:pPr>
            <a:r>
              <a:rPr lang="en-ID" dirty="0"/>
              <a:t>&lt;/div&gt; </a:t>
            </a:r>
          </a:p>
        </p:txBody>
      </p:sp>
    </p:spTree>
    <p:extLst>
      <p:ext uri="{BB962C8B-B14F-4D97-AF65-F5344CB8AC3E}">
        <p14:creationId xmlns:p14="http://schemas.microsoft.com/office/powerpoint/2010/main" val="258345438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430773" y="121126"/>
            <a:ext cx="5131533" cy="424732"/>
          </a:xfrm>
          <a:prstGeom prst="rect">
            <a:avLst/>
          </a:prstGeom>
        </p:spPr>
        <p:txBody>
          <a:bodyPr vert="horz" wrap="none" lIns="91440" tIns="45720" rIns="91440" bIns="45720" rtlCol="0" anchor="ctr">
            <a:spAutoFit/>
          </a:bodyPr>
          <a:lstStyle/>
          <a:p>
            <a:pPr algn="ctr">
              <a:lnSpc>
                <a:spcPct val="90000"/>
              </a:lnSpc>
              <a:spcBef>
                <a:spcPct val="0"/>
              </a:spcBef>
            </a:pPr>
            <a:r>
              <a:rPr lang="id-ID" sz="2400" dirty="0">
                <a:effectLst>
                  <a:outerShdw blurRad="38100" dist="38100" dir="2700000" algn="tl">
                    <a:srgbClr val="000000">
                      <a:alpha val="43137"/>
                    </a:srgbClr>
                  </a:outerShdw>
                </a:effectLst>
                <a:latin typeface="Adobe Ming Std L" pitchFamily="18" charset="-128"/>
                <a:ea typeface="Adobe Ming Std L" pitchFamily="18" charset="-128"/>
              </a:rPr>
              <a:t>Penggunaan div diikuti dengan style:</a:t>
            </a:r>
          </a:p>
        </p:txBody>
      </p:sp>
      <p:sp>
        <p:nvSpPr>
          <p:cNvPr id="4" name="Rectangle 3"/>
          <p:cNvSpPr/>
          <p:nvPr/>
        </p:nvSpPr>
        <p:spPr>
          <a:xfrm>
            <a:off x="204075" y="868665"/>
            <a:ext cx="11783849" cy="3693319"/>
          </a:xfrm>
          <a:prstGeom prst="rect">
            <a:avLst/>
          </a:prstGeom>
          <a:ln>
            <a:solidFill>
              <a:schemeClr val="tx1"/>
            </a:solidFill>
            <a:prstDash val="lgDash"/>
          </a:ln>
        </p:spPr>
        <p:txBody>
          <a:bodyPr wrap="square">
            <a:spAutoFit/>
          </a:bodyPr>
          <a:lstStyle/>
          <a:p>
            <a:pPr algn="just"/>
            <a:r>
              <a:rPr lang="id-ID" b="1" dirty="0">
                <a:solidFill>
                  <a:srgbClr val="000000"/>
                </a:solidFill>
                <a:latin typeface="Arial" panose="020B0604020202020204" pitchFamily="34" charset="0"/>
              </a:rPr>
              <a:t>&lt;html&gt;</a:t>
            </a:r>
          </a:p>
          <a:p>
            <a:pPr algn="just"/>
            <a:r>
              <a:rPr lang="id-ID" b="1" dirty="0">
                <a:solidFill>
                  <a:srgbClr val="000000"/>
                </a:solidFill>
                <a:latin typeface="Arial" panose="020B0604020202020204" pitchFamily="34" charset="0"/>
              </a:rPr>
              <a:t>&lt;head&gt;&lt;title&gt;</a:t>
            </a:r>
            <a:r>
              <a:rPr lang="id-ID" dirty="0">
                <a:solidFill>
                  <a:srgbClr val="000000"/>
                </a:solidFill>
                <a:latin typeface="Arial" panose="020B0604020202020204" pitchFamily="34" charset="0"/>
              </a:rPr>
              <a:t>Contoh Penggunaan Div</a:t>
            </a:r>
            <a:r>
              <a:rPr lang="id-ID" b="1" dirty="0">
                <a:solidFill>
                  <a:srgbClr val="000000"/>
                </a:solidFill>
                <a:latin typeface="Arial" panose="020B0604020202020204" pitchFamily="34" charset="0"/>
              </a:rPr>
              <a:t>&lt;/title&gt;&lt;/head&gt;</a:t>
            </a:r>
          </a:p>
          <a:p>
            <a:pPr algn="just"/>
            <a:r>
              <a:rPr lang="id-ID" b="1" dirty="0">
                <a:solidFill>
                  <a:srgbClr val="000000"/>
                </a:solidFill>
                <a:latin typeface="Arial" panose="020B0604020202020204" pitchFamily="34" charset="0"/>
              </a:rPr>
              <a:t>&lt;body&gt;</a:t>
            </a:r>
          </a:p>
          <a:p>
            <a:pPr algn="just"/>
            <a:r>
              <a:rPr lang="id-ID" b="1" dirty="0">
                <a:solidFill>
                  <a:srgbClr val="000000"/>
                </a:solidFill>
                <a:latin typeface="Arial" panose="020B0604020202020204" pitchFamily="34" charset="0"/>
              </a:rPr>
              <a:t>&lt;div </a:t>
            </a:r>
            <a:r>
              <a:rPr lang="id-ID" dirty="0">
                <a:solidFill>
                  <a:srgbClr val="000000"/>
                </a:solidFill>
                <a:latin typeface="Arial" panose="020B0604020202020204" pitchFamily="34" charset="0"/>
              </a:rPr>
              <a:t>style="background-color:#9370DB;color:white;padding:30px; font-size:20px;"&gt;</a:t>
            </a:r>
          </a:p>
          <a:p>
            <a:pPr algn="just"/>
            <a:r>
              <a:rPr lang="id-ID" b="1" dirty="0">
                <a:solidFill>
                  <a:srgbClr val="000000"/>
                </a:solidFill>
                <a:latin typeface="Arial" panose="020B0604020202020204" pitchFamily="34" charset="0"/>
              </a:rPr>
              <a:t>&lt;h2&gt;</a:t>
            </a:r>
            <a:r>
              <a:rPr lang="id-ID" dirty="0">
                <a:solidFill>
                  <a:srgbClr val="000000"/>
                </a:solidFill>
                <a:latin typeface="Arial" panose="020B0604020202020204" pitchFamily="34" charset="0"/>
              </a:rPr>
              <a:t>HTML</a:t>
            </a:r>
            <a:r>
              <a:rPr lang="id-ID" b="1" dirty="0">
                <a:solidFill>
                  <a:srgbClr val="000000"/>
                </a:solidFill>
                <a:latin typeface="Arial" panose="020B0604020202020204" pitchFamily="34" charset="0"/>
              </a:rPr>
              <a:t>&lt;/h2&gt;</a:t>
            </a:r>
          </a:p>
          <a:p>
            <a:pPr algn="just"/>
            <a:r>
              <a:rPr lang="id-ID" b="1" dirty="0">
                <a:solidFill>
                  <a:srgbClr val="000000"/>
                </a:solidFill>
                <a:latin typeface="Arial" panose="020B0604020202020204" pitchFamily="34" charset="0"/>
              </a:rPr>
              <a:t>&lt;p&gt;</a:t>
            </a:r>
            <a:r>
              <a:rPr lang="id-ID" dirty="0">
                <a:solidFill>
                  <a:srgbClr val="000000"/>
                </a:solidFill>
                <a:latin typeface="Arial" panose="020B0604020202020204" pitchFamily="34" charset="0"/>
              </a:rPr>
              <a:t>Pemrograman web yang paling dasar adalah HTML. HTML (</a:t>
            </a:r>
            <a:r>
              <a:rPr lang="id-ID" b="1" dirty="0">
                <a:solidFill>
                  <a:srgbClr val="000000"/>
                </a:solidFill>
                <a:latin typeface="Arial" panose="020B0604020202020204" pitchFamily="34" charset="0"/>
              </a:rPr>
              <a:t>&lt;i&gt;</a:t>
            </a:r>
            <a:r>
              <a:rPr lang="id-ID" dirty="0">
                <a:solidFill>
                  <a:srgbClr val="000000"/>
                </a:solidFill>
                <a:latin typeface="Arial" panose="020B0604020202020204" pitchFamily="34" charset="0"/>
              </a:rPr>
              <a:t>Hypertext Markup Languange</a:t>
            </a:r>
            <a:r>
              <a:rPr lang="id-ID" b="1" dirty="0">
                <a:solidFill>
                  <a:srgbClr val="000000"/>
                </a:solidFill>
                <a:latin typeface="Arial" panose="020B0604020202020204" pitchFamily="34" charset="0"/>
              </a:rPr>
              <a:t>&lt;/i&gt;</a:t>
            </a:r>
            <a:r>
              <a:rPr lang="id-ID" dirty="0">
                <a:solidFill>
                  <a:srgbClr val="000000"/>
                </a:solidFill>
                <a:latin typeface="Arial" panose="020B0604020202020204" pitchFamily="34" charset="0"/>
              </a:rPr>
              <a:t>) merupakan bahasa pemrograman yang terdiri dari tag dimana ada tag yang berdiri sediri dan tag yang berpasangan</a:t>
            </a:r>
            <a:r>
              <a:rPr lang="id-ID" b="1" dirty="0">
                <a:solidFill>
                  <a:srgbClr val="000000"/>
                </a:solidFill>
                <a:latin typeface="Arial" panose="020B0604020202020204" pitchFamily="34" charset="0"/>
              </a:rPr>
              <a:t>.&lt;/p&gt; </a:t>
            </a:r>
          </a:p>
          <a:p>
            <a:pPr algn="just"/>
            <a:r>
              <a:rPr lang="id-ID" b="1" dirty="0">
                <a:solidFill>
                  <a:srgbClr val="000000"/>
                </a:solidFill>
                <a:latin typeface="Arial" panose="020B0604020202020204" pitchFamily="34" charset="0"/>
              </a:rPr>
              <a:t>&lt;p&gt;</a:t>
            </a:r>
            <a:r>
              <a:rPr lang="id-ID" dirty="0">
                <a:solidFill>
                  <a:srgbClr val="000000"/>
                </a:solidFill>
                <a:latin typeface="Arial" panose="020B0604020202020204" pitchFamily="34" charset="0"/>
              </a:rPr>
              <a:t>Pemasaran online merupakan kegiatan penjualan baik barang maupun jasa dengan menggunakan media internet. Dengan Pemasaran online dapat memiliki usaha tanpa harus memiliki modal yang besar, pegawai yang banyak dan kantor yang besar.</a:t>
            </a:r>
            <a:r>
              <a:rPr lang="id-ID" b="1" dirty="0">
                <a:solidFill>
                  <a:srgbClr val="000000"/>
                </a:solidFill>
                <a:latin typeface="Arial" panose="020B0604020202020204" pitchFamily="34" charset="0"/>
              </a:rPr>
              <a:t>&lt;/p&gt; </a:t>
            </a:r>
          </a:p>
          <a:p>
            <a:pPr algn="just"/>
            <a:r>
              <a:rPr lang="id-ID" b="1" dirty="0">
                <a:solidFill>
                  <a:srgbClr val="000000"/>
                </a:solidFill>
                <a:latin typeface="Arial" panose="020B0604020202020204" pitchFamily="34" charset="0"/>
              </a:rPr>
              <a:t>&lt;/div&gt;</a:t>
            </a:r>
          </a:p>
          <a:p>
            <a:pPr algn="just"/>
            <a:r>
              <a:rPr lang="id-ID" b="1" dirty="0">
                <a:solidFill>
                  <a:srgbClr val="000000"/>
                </a:solidFill>
                <a:latin typeface="Arial" panose="020B0604020202020204" pitchFamily="34" charset="0"/>
              </a:rPr>
              <a:t>&lt;/body&gt;</a:t>
            </a:r>
          </a:p>
          <a:p>
            <a:pPr algn="just"/>
            <a:r>
              <a:rPr lang="id-ID" b="1" dirty="0">
                <a:solidFill>
                  <a:srgbClr val="000000"/>
                </a:solidFill>
                <a:latin typeface="Arial" panose="020B0604020202020204" pitchFamily="34" charset="0"/>
              </a:rPr>
              <a:t>&lt;/html&gt;</a:t>
            </a:r>
          </a:p>
        </p:txBody>
      </p:sp>
    </p:spTree>
    <p:extLst>
      <p:ext uri="{BB962C8B-B14F-4D97-AF65-F5344CB8AC3E}">
        <p14:creationId xmlns:p14="http://schemas.microsoft.com/office/powerpoint/2010/main" val="68347568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430773" y="121126"/>
            <a:ext cx="5131533" cy="424732"/>
          </a:xfrm>
          <a:prstGeom prst="rect">
            <a:avLst/>
          </a:prstGeom>
        </p:spPr>
        <p:txBody>
          <a:bodyPr vert="horz" wrap="none" lIns="91440" tIns="45720" rIns="91440" bIns="45720" rtlCol="0" anchor="ctr">
            <a:spAutoFit/>
          </a:bodyPr>
          <a:lstStyle/>
          <a:p>
            <a:pPr algn="ctr">
              <a:lnSpc>
                <a:spcPct val="90000"/>
              </a:lnSpc>
              <a:spcBef>
                <a:spcPct val="0"/>
              </a:spcBef>
            </a:pPr>
            <a:r>
              <a:rPr lang="id-ID" sz="2400" dirty="0">
                <a:effectLst>
                  <a:outerShdw blurRad="38100" dist="38100" dir="2700000" algn="tl">
                    <a:srgbClr val="000000">
                      <a:alpha val="43137"/>
                    </a:srgbClr>
                  </a:outerShdw>
                </a:effectLst>
                <a:latin typeface="Adobe Ming Std L" pitchFamily="18" charset="-128"/>
                <a:ea typeface="Adobe Ming Std L" pitchFamily="18" charset="-128"/>
              </a:rPr>
              <a:t>Penggunaan div diikuti dengan style:</a:t>
            </a:r>
          </a:p>
        </p:txBody>
      </p:sp>
      <p:pic>
        <p:nvPicPr>
          <p:cNvPr id="5" name="Picture 4"/>
          <p:cNvPicPr>
            <a:picLocks noChangeAspect="1"/>
          </p:cNvPicPr>
          <p:nvPr/>
        </p:nvPicPr>
        <p:blipFill>
          <a:blip r:embed="rId2"/>
          <a:stretch>
            <a:fillRect/>
          </a:stretch>
        </p:blipFill>
        <p:spPr>
          <a:xfrm>
            <a:off x="95818" y="824334"/>
            <a:ext cx="12000363" cy="3016146"/>
          </a:xfrm>
          <a:prstGeom prst="rect">
            <a:avLst/>
          </a:prstGeom>
        </p:spPr>
      </p:pic>
    </p:spTree>
    <p:extLst>
      <p:ext uri="{BB962C8B-B14F-4D97-AF65-F5344CB8AC3E}">
        <p14:creationId xmlns:p14="http://schemas.microsoft.com/office/powerpoint/2010/main" val="81918519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54313" y="137789"/>
            <a:ext cx="2938625" cy="424732"/>
          </a:xfrm>
        </p:spPr>
        <p:txBody>
          <a:bodyPr wrap="none">
            <a:spAutoFit/>
          </a:bodyPr>
          <a:lstStyle/>
          <a:p>
            <a:pPr algn="ctr"/>
            <a:r>
              <a:rPr lang="en-US" sz="2400" dirty="0">
                <a:effectLst>
                  <a:outerShdw blurRad="38100" dist="38100" dir="2700000" algn="tl">
                    <a:srgbClr val="000000">
                      <a:alpha val="43137"/>
                    </a:srgbClr>
                  </a:outerShdw>
                </a:effectLst>
                <a:latin typeface="Adobe Ming Std L" pitchFamily="18" charset="-128"/>
                <a:ea typeface="Adobe Ming Std L" pitchFamily="18" charset="-128"/>
                <a:cs typeface="+mn-cs"/>
              </a:rPr>
              <a:t>CONTOH TAG DIV</a:t>
            </a:r>
          </a:p>
        </p:txBody>
      </p:sp>
      <p:sp>
        <p:nvSpPr>
          <p:cNvPr id="3" name="Content Placeholder 2"/>
          <p:cNvSpPr txBox="1">
            <a:spLocks/>
          </p:cNvSpPr>
          <p:nvPr/>
        </p:nvSpPr>
        <p:spPr>
          <a:xfrm>
            <a:off x="481728" y="715802"/>
            <a:ext cx="9774065" cy="5027017"/>
          </a:xfrm>
          <a:prstGeom prst="rect">
            <a:avLst/>
          </a:prstGeom>
        </p:spPr>
        <p:txBody>
          <a:bodyPr wrap="square">
            <a:spAutoFit/>
          </a:bodyPr>
          <a:lstStyle>
            <a:defPPr>
              <a:defRPr lang="en-US"/>
            </a:defPPr>
            <a:lvl1pPr algn="just">
              <a:lnSpc>
                <a:spcPct val="150000"/>
              </a:lnSpc>
              <a:defRPr b="1">
                <a:solidFill>
                  <a:srgbClr val="000000"/>
                </a:solidFill>
                <a:latin typeface="Arial" panose="020B0604020202020204" pitchFamily="34" charset="0"/>
              </a:defRPr>
            </a:lvl1pPr>
          </a:lstStyle>
          <a:p>
            <a:r>
              <a:rPr lang="en-US" b="0" dirty="0" err="1"/>
              <a:t>Umumnya</a:t>
            </a:r>
            <a:r>
              <a:rPr lang="en-US" b="0" dirty="0"/>
              <a:t> </a:t>
            </a:r>
            <a:r>
              <a:rPr lang="id-ID" b="0" dirty="0"/>
              <a:t>H</a:t>
            </a:r>
            <a:r>
              <a:rPr lang="en-US" b="0" dirty="0" err="1"/>
              <a:t>alaman</a:t>
            </a:r>
            <a:r>
              <a:rPr lang="en-US" b="0" dirty="0"/>
              <a:t> Web yang </a:t>
            </a:r>
            <a:r>
              <a:rPr lang="en-US" b="0" dirty="0" err="1"/>
              <a:t>terdiri</a:t>
            </a:r>
            <a:r>
              <a:rPr lang="en-US" b="0" dirty="0"/>
              <a:t> </a:t>
            </a:r>
            <a:r>
              <a:rPr lang="en-US" b="0" dirty="0" err="1"/>
              <a:t>dari</a:t>
            </a:r>
            <a:r>
              <a:rPr lang="en-US" b="0" dirty="0"/>
              <a:t> 4 </a:t>
            </a:r>
            <a:r>
              <a:rPr lang="en-US" b="0" dirty="0" err="1"/>
              <a:t>bagian</a:t>
            </a:r>
            <a:r>
              <a:rPr lang="en-US" b="0" dirty="0"/>
              <a:t>: </a:t>
            </a:r>
          </a:p>
          <a:p>
            <a:pPr marL="285750" indent="-285750">
              <a:buFont typeface="Wingdings" panose="05000000000000000000" pitchFamily="2" charset="2"/>
              <a:buChar char="Ø"/>
            </a:pPr>
            <a:r>
              <a:rPr lang="en-US" dirty="0"/>
              <a:t>Header</a:t>
            </a:r>
          </a:p>
          <a:p>
            <a:pPr marL="285750" indent="-285750">
              <a:buFont typeface="Wingdings" panose="05000000000000000000" pitchFamily="2" charset="2"/>
              <a:buChar char="Ø"/>
            </a:pPr>
            <a:r>
              <a:rPr lang="en-US" dirty="0"/>
              <a:t>Side Bar</a:t>
            </a:r>
          </a:p>
          <a:p>
            <a:pPr marL="285750" indent="-285750">
              <a:buFont typeface="Wingdings" panose="05000000000000000000" pitchFamily="2" charset="2"/>
              <a:buChar char="Ø"/>
            </a:pPr>
            <a:r>
              <a:rPr lang="en-US" dirty="0"/>
              <a:t>Content</a:t>
            </a:r>
          </a:p>
          <a:p>
            <a:pPr marL="285750" indent="-285750">
              <a:buFont typeface="Wingdings" panose="05000000000000000000" pitchFamily="2" charset="2"/>
              <a:buChar char="Ø"/>
            </a:pPr>
            <a:r>
              <a:rPr lang="en-US" dirty="0"/>
              <a:t>Footer</a:t>
            </a:r>
          </a:p>
          <a:p>
            <a:endParaRPr lang="id-ID" dirty="0"/>
          </a:p>
          <a:p>
            <a:r>
              <a:rPr lang="en-US" b="0" dirty="0" err="1"/>
              <a:t>Untuk</a:t>
            </a:r>
            <a:r>
              <a:rPr lang="en-US" b="0" dirty="0"/>
              <a:t> </a:t>
            </a:r>
            <a:r>
              <a:rPr lang="en-US" b="0" dirty="0" err="1"/>
              <a:t>mengelompokannya</a:t>
            </a:r>
            <a:r>
              <a:rPr lang="en-US" b="0" dirty="0"/>
              <a:t>  </a:t>
            </a:r>
            <a:r>
              <a:rPr lang="en-US" b="0" dirty="0" err="1"/>
              <a:t>dapat</a:t>
            </a:r>
            <a:r>
              <a:rPr lang="en-US" b="0" dirty="0"/>
              <a:t> </a:t>
            </a:r>
            <a:r>
              <a:rPr lang="en-US" b="0" dirty="0" err="1"/>
              <a:t>menggunakan</a:t>
            </a:r>
            <a:r>
              <a:rPr lang="en-US" b="0" dirty="0"/>
              <a:t> tag div. </a:t>
            </a:r>
          </a:p>
          <a:p>
            <a:r>
              <a:rPr lang="en-US" b="0" dirty="0" err="1"/>
              <a:t>Contoh</a:t>
            </a:r>
            <a:r>
              <a:rPr lang="en-US" b="0" dirty="0"/>
              <a:t> :</a:t>
            </a:r>
          </a:p>
          <a:p>
            <a:r>
              <a:rPr lang="en-US" dirty="0"/>
              <a:t>&lt;div&gt;Header&lt;/div&gt;</a:t>
            </a:r>
          </a:p>
          <a:p>
            <a:r>
              <a:rPr lang="en-US" dirty="0"/>
              <a:t>&lt;div&gt;Sidebar&lt;/div&gt;</a:t>
            </a:r>
          </a:p>
          <a:p>
            <a:r>
              <a:rPr lang="en-US" dirty="0"/>
              <a:t>&lt;div&gt;Content&lt;/div&gt;</a:t>
            </a:r>
          </a:p>
          <a:p>
            <a:r>
              <a:rPr lang="en-US" dirty="0"/>
              <a:t>&lt;div&gt;Footer&lt;/div&gt; </a:t>
            </a:r>
          </a:p>
        </p:txBody>
      </p:sp>
    </p:spTree>
    <p:extLst>
      <p:ext uri="{BB962C8B-B14F-4D97-AF65-F5344CB8AC3E}">
        <p14:creationId xmlns:p14="http://schemas.microsoft.com/office/powerpoint/2010/main" val="161526701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54313" y="137789"/>
            <a:ext cx="2938625" cy="424732"/>
          </a:xfrm>
        </p:spPr>
        <p:txBody>
          <a:bodyPr wrap="none">
            <a:spAutoFit/>
          </a:bodyPr>
          <a:lstStyle/>
          <a:p>
            <a:pPr algn="ctr"/>
            <a:r>
              <a:rPr lang="en-US" sz="2400" dirty="0">
                <a:effectLst>
                  <a:outerShdw blurRad="38100" dist="38100" dir="2700000" algn="tl">
                    <a:srgbClr val="000000">
                      <a:alpha val="43137"/>
                    </a:srgbClr>
                  </a:outerShdw>
                </a:effectLst>
                <a:latin typeface="Adobe Ming Std L" pitchFamily="18" charset="-128"/>
                <a:ea typeface="Adobe Ming Std L" pitchFamily="18" charset="-128"/>
                <a:cs typeface="+mn-cs"/>
              </a:rPr>
              <a:t>CONTOH TAG DIV</a:t>
            </a:r>
          </a:p>
        </p:txBody>
      </p:sp>
      <p:sp>
        <p:nvSpPr>
          <p:cNvPr id="4" name="Rectangle 3">
            <a:extLst>
              <a:ext uri="{FF2B5EF4-FFF2-40B4-BE49-F238E27FC236}">
                <a16:creationId xmlns:a16="http://schemas.microsoft.com/office/drawing/2014/main" id="{27853493-5728-4418-BFAC-F311A00FD8DB}"/>
              </a:ext>
            </a:extLst>
          </p:cNvPr>
          <p:cNvSpPr/>
          <p:nvPr/>
        </p:nvSpPr>
        <p:spPr>
          <a:xfrm>
            <a:off x="354312" y="847080"/>
            <a:ext cx="11634487" cy="5016758"/>
          </a:xfrm>
          <a:prstGeom prst="rect">
            <a:avLst/>
          </a:prstGeom>
        </p:spPr>
        <p:txBody>
          <a:bodyPr wrap="square">
            <a:spAutoFit/>
          </a:bodyPr>
          <a:lstStyle/>
          <a:p>
            <a:r>
              <a:rPr lang="en-ID" sz="2000" dirty="0" err="1"/>
              <a:t>Contoh</a:t>
            </a:r>
            <a:r>
              <a:rPr lang="en-ID" sz="2000" dirty="0"/>
              <a:t> </a:t>
            </a:r>
            <a:r>
              <a:rPr lang="en-ID" sz="2000" dirty="0" err="1"/>
              <a:t>halaman</a:t>
            </a:r>
            <a:r>
              <a:rPr lang="en-ID" sz="2000" dirty="0"/>
              <a:t> Web:</a:t>
            </a:r>
            <a:br>
              <a:rPr lang="en-ID" sz="2000" dirty="0"/>
            </a:br>
            <a:endParaRPr lang="en-ID" sz="2000" dirty="0"/>
          </a:p>
          <a:p>
            <a:r>
              <a:rPr lang="en-ID" sz="2000" dirty="0"/>
              <a:t>&lt;div&gt;</a:t>
            </a:r>
            <a:r>
              <a:rPr lang="en-ID" sz="2000" b="1" dirty="0" err="1"/>
              <a:t>Judul</a:t>
            </a:r>
            <a:r>
              <a:rPr lang="en-ID" sz="2000" dirty="0"/>
              <a:t>&lt;/div&gt; </a:t>
            </a:r>
          </a:p>
          <a:p>
            <a:r>
              <a:rPr lang="en-ID" sz="2000" dirty="0"/>
              <a:t>&lt;div&gt;</a:t>
            </a:r>
            <a:r>
              <a:rPr lang="en-ID" sz="2000" b="1" dirty="0" err="1"/>
              <a:t>Sisi</a:t>
            </a:r>
            <a:r>
              <a:rPr lang="en-ID" sz="2000" b="1" dirty="0"/>
              <a:t> Kiri</a:t>
            </a:r>
            <a:r>
              <a:rPr lang="en-ID" sz="2000" dirty="0"/>
              <a:t>&lt;/div&gt;</a:t>
            </a:r>
          </a:p>
          <a:p>
            <a:r>
              <a:rPr lang="en-ID" sz="2000" dirty="0"/>
              <a:t> &lt;div&gt;</a:t>
            </a:r>
            <a:r>
              <a:rPr lang="en-ID" sz="2000" b="1" dirty="0"/>
              <a:t>Isi</a:t>
            </a:r>
            <a:r>
              <a:rPr lang="en-ID" sz="2000" dirty="0"/>
              <a:t> </a:t>
            </a:r>
            <a:r>
              <a:rPr lang="en-ID" sz="2000" b="1" dirty="0" err="1"/>
              <a:t>konten</a:t>
            </a:r>
            <a:r>
              <a:rPr lang="en-ID" sz="2000" dirty="0"/>
              <a:t>&lt;/div&gt; </a:t>
            </a:r>
          </a:p>
          <a:p>
            <a:r>
              <a:rPr lang="en-ID" sz="2000" dirty="0"/>
              <a:t>&lt;div&gt;</a:t>
            </a:r>
            <a:r>
              <a:rPr lang="en-ID" sz="2000" b="1" dirty="0" err="1"/>
              <a:t>Bawah</a:t>
            </a:r>
            <a:r>
              <a:rPr lang="en-ID" sz="2000" dirty="0"/>
              <a:t>&lt;/div&gt;</a:t>
            </a:r>
          </a:p>
          <a:p>
            <a:endParaRPr lang="en-ID" sz="2000" dirty="0"/>
          </a:p>
          <a:p>
            <a:r>
              <a:rPr lang="en-ID" sz="2000" dirty="0" err="1"/>
              <a:t>Berdasarkan</a:t>
            </a:r>
            <a:r>
              <a:rPr lang="en-ID" sz="2000" dirty="0"/>
              <a:t> </a:t>
            </a:r>
            <a:r>
              <a:rPr lang="en-ID" sz="2000" dirty="0" err="1"/>
              <a:t>perintah</a:t>
            </a:r>
            <a:r>
              <a:rPr lang="en-ID" sz="2000" dirty="0"/>
              <a:t> </a:t>
            </a:r>
            <a:r>
              <a:rPr lang="en-ID" sz="2000" dirty="0" err="1"/>
              <a:t>diatas</a:t>
            </a:r>
            <a:r>
              <a:rPr lang="en-ID" sz="2000" dirty="0"/>
              <a:t>, </a:t>
            </a:r>
            <a:r>
              <a:rPr lang="en-ID" sz="2000" dirty="0" err="1"/>
              <a:t>maka</a:t>
            </a:r>
            <a:r>
              <a:rPr lang="en-ID" sz="2000" dirty="0"/>
              <a:t> </a:t>
            </a:r>
            <a:r>
              <a:rPr lang="en-ID" sz="2000" dirty="0" err="1"/>
              <a:t>tampilan</a:t>
            </a:r>
            <a:r>
              <a:rPr lang="en-ID" sz="2000" dirty="0"/>
              <a:t> Browser </a:t>
            </a:r>
            <a:r>
              <a:rPr lang="en-ID" sz="2000" dirty="0" err="1"/>
              <a:t>menjadi</a:t>
            </a:r>
            <a:r>
              <a:rPr lang="en-ID" sz="2000" dirty="0"/>
              <a:t>:</a:t>
            </a:r>
            <a:br>
              <a:rPr lang="en-ID" sz="2000" dirty="0"/>
            </a:br>
            <a:endParaRPr lang="en-ID" sz="2000" dirty="0"/>
          </a:p>
          <a:p>
            <a:r>
              <a:rPr lang="en-ID" sz="2000" b="1" dirty="0" err="1"/>
              <a:t>Judul</a:t>
            </a:r>
            <a:endParaRPr lang="en-ID" sz="2000" b="1" dirty="0"/>
          </a:p>
          <a:p>
            <a:r>
              <a:rPr lang="en-ID" sz="2000" b="1" dirty="0" err="1"/>
              <a:t>Sisi</a:t>
            </a:r>
            <a:r>
              <a:rPr lang="en-ID" sz="2000" b="1" dirty="0"/>
              <a:t> Kiri</a:t>
            </a:r>
          </a:p>
          <a:p>
            <a:r>
              <a:rPr lang="en-ID" sz="2000" b="1" dirty="0"/>
              <a:t>Isi </a:t>
            </a:r>
            <a:r>
              <a:rPr lang="en-ID" sz="2000" b="1" dirty="0" err="1"/>
              <a:t>konten</a:t>
            </a:r>
            <a:endParaRPr lang="en-ID" sz="2000" b="1" dirty="0"/>
          </a:p>
          <a:p>
            <a:r>
              <a:rPr lang="en-ID" sz="2000" b="1" dirty="0" err="1"/>
              <a:t>Bawah</a:t>
            </a:r>
            <a:br>
              <a:rPr lang="en-ID" sz="2000" dirty="0"/>
            </a:br>
            <a:endParaRPr lang="en-ID" sz="2000" dirty="0"/>
          </a:p>
          <a:p>
            <a:r>
              <a:rPr lang="en-ID" sz="2000" dirty="0"/>
              <a:t>Agar </a:t>
            </a:r>
            <a:r>
              <a:rPr lang="en-ID" sz="2000" dirty="0" err="1"/>
              <a:t>terlihat</a:t>
            </a:r>
            <a:r>
              <a:rPr lang="en-ID" sz="2000" dirty="0"/>
              <a:t>  </a:t>
            </a:r>
            <a:r>
              <a:rPr lang="en-ID" sz="2000" dirty="0" err="1"/>
              <a:t>bagian</a:t>
            </a:r>
            <a:r>
              <a:rPr lang="en-ID" sz="2000" dirty="0"/>
              <a:t> </a:t>
            </a:r>
            <a:r>
              <a:rPr lang="en-ID" sz="2000" dirty="0" err="1"/>
              <a:t>masing</a:t>
            </a:r>
            <a:r>
              <a:rPr lang="en-ID" sz="2000" dirty="0"/>
              <a:t> </a:t>
            </a:r>
            <a:r>
              <a:rPr lang="en-ID" sz="2000" dirty="0" err="1"/>
              <a:t>masing</a:t>
            </a:r>
            <a:r>
              <a:rPr lang="en-ID" sz="2000" dirty="0"/>
              <a:t>, </a:t>
            </a:r>
            <a:r>
              <a:rPr lang="en-ID" sz="2000" dirty="0" err="1"/>
              <a:t>setiap</a:t>
            </a:r>
            <a:r>
              <a:rPr lang="en-ID" sz="2000" dirty="0"/>
              <a:t> tag div </a:t>
            </a:r>
            <a:r>
              <a:rPr lang="en-ID" sz="2000" dirty="0" err="1"/>
              <a:t>sebaiknya</a:t>
            </a:r>
            <a:r>
              <a:rPr lang="en-ID" sz="2000" dirty="0"/>
              <a:t> </a:t>
            </a:r>
            <a:r>
              <a:rPr lang="en-ID" sz="2000" dirty="0" err="1"/>
              <a:t>diberi</a:t>
            </a:r>
            <a:r>
              <a:rPr lang="en-ID" sz="2000" dirty="0"/>
              <a:t>  style CSS. </a:t>
            </a:r>
          </a:p>
          <a:p>
            <a:endParaRPr lang="en-ID" sz="2000" dirty="0"/>
          </a:p>
        </p:txBody>
      </p:sp>
    </p:spTree>
    <p:extLst>
      <p:ext uri="{BB962C8B-B14F-4D97-AF65-F5344CB8AC3E}">
        <p14:creationId xmlns:p14="http://schemas.microsoft.com/office/powerpoint/2010/main" val="68848699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54313" y="137789"/>
            <a:ext cx="2938625" cy="424732"/>
          </a:xfrm>
        </p:spPr>
        <p:txBody>
          <a:bodyPr wrap="none">
            <a:spAutoFit/>
          </a:bodyPr>
          <a:lstStyle/>
          <a:p>
            <a:pPr algn="ctr"/>
            <a:r>
              <a:rPr lang="en-US" sz="2400" dirty="0">
                <a:effectLst>
                  <a:outerShdw blurRad="38100" dist="38100" dir="2700000" algn="tl">
                    <a:srgbClr val="000000">
                      <a:alpha val="43137"/>
                    </a:srgbClr>
                  </a:outerShdw>
                </a:effectLst>
                <a:latin typeface="Adobe Ming Std L" pitchFamily="18" charset="-128"/>
                <a:ea typeface="Adobe Ming Std L" pitchFamily="18" charset="-128"/>
                <a:cs typeface="+mn-cs"/>
              </a:rPr>
              <a:t>CONTOH TAG DIV</a:t>
            </a:r>
          </a:p>
        </p:txBody>
      </p:sp>
      <p:sp>
        <p:nvSpPr>
          <p:cNvPr id="4" name="Rectangle 3">
            <a:extLst>
              <a:ext uri="{FF2B5EF4-FFF2-40B4-BE49-F238E27FC236}">
                <a16:creationId xmlns:a16="http://schemas.microsoft.com/office/drawing/2014/main" id="{98C1884A-75E6-41D0-828B-C24D9C85497E}"/>
              </a:ext>
            </a:extLst>
          </p:cNvPr>
          <p:cNvSpPr/>
          <p:nvPr/>
        </p:nvSpPr>
        <p:spPr>
          <a:xfrm>
            <a:off x="112858" y="749941"/>
            <a:ext cx="9488342" cy="5909310"/>
          </a:xfrm>
          <a:prstGeom prst="rect">
            <a:avLst/>
          </a:prstGeom>
          <a:solidFill>
            <a:schemeClr val="bg1"/>
          </a:solidFill>
          <a:ln>
            <a:solidFill>
              <a:schemeClr val="accent1"/>
            </a:solidFill>
          </a:ln>
        </p:spPr>
        <p:txBody>
          <a:bodyPr wrap="square">
            <a:spAutoFit/>
          </a:bodyPr>
          <a:lstStyle/>
          <a:p>
            <a:r>
              <a:rPr lang="en-ID" b="1" dirty="0"/>
              <a:t>&lt;html&gt;</a:t>
            </a:r>
          </a:p>
          <a:p>
            <a:r>
              <a:rPr lang="en-ID" b="1" dirty="0"/>
              <a:t>&lt;head&gt;&lt;title&gt;</a:t>
            </a:r>
            <a:r>
              <a:rPr lang="en-ID" dirty="0" err="1"/>
              <a:t>Penggunaan</a:t>
            </a:r>
            <a:r>
              <a:rPr lang="en-ID" dirty="0"/>
              <a:t> div tag</a:t>
            </a:r>
            <a:r>
              <a:rPr lang="en-ID" b="1" dirty="0"/>
              <a:t>&lt;/title&gt;</a:t>
            </a:r>
          </a:p>
          <a:p>
            <a:r>
              <a:rPr lang="en-ID" b="1" dirty="0"/>
              <a:t>&lt;style type="text/</a:t>
            </a:r>
            <a:r>
              <a:rPr lang="en-ID" b="1" dirty="0" err="1"/>
              <a:t>css</a:t>
            </a:r>
            <a:r>
              <a:rPr lang="en-ID" b="1" dirty="0"/>
              <a:t>"&gt;</a:t>
            </a:r>
          </a:p>
          <a:p>
            <a:r>
              <a:rPr lang="en-ID" b="1" dirty="0"/>
              <a:t>   </a:t>
            </a:r>
            <a:r>
              <a:rPr lang="en-ID" b="1" dirty="0" err="1"/>
              <a:t>div.header</a:t>
            </a:r>
            <a:r>
              <a:rPr lang="en-ID" b="1" dirty="0"/>
              <a:t> </a:t>
            </a:r>
            <a:r>
              <a:rPr lang="en-ID" dirty="0"/>
              <a:t>{</a:t>
            </a:r>
          </a:p>
          <a:p>
            <a:r>
              <a:rPr lang="en-ID" dirty="0"/>
              <a:t>      border: 5px solid #000000;</a:t>
            </a:r>
          </a:p>
          <a:p>
            <a:r>
              <a:rPr lang="en-ID" dirty="0"/>
              <a:t>      margin: 0.03em;</a:t>
            </a:r>
          </a:p>
          <a:p>
            <a:r>
              <a:rPr lang="en-ID" dirty="0"/>
              <a:t>      background: #</a:t>
            </a:r>
            <a:r>
              <a:rPr lang="en-ID" dirty="0" err="1"/>
              <a:t>ffffff</a:t>
            </a:r>
            <a:r>
              <a:rPr lang="en-ID" dirty="0"/>
              <a:t>;</a:t>
            </a:r>
          </a:p>
          <a:p>
            <a:r>
              <a:rPr lang="en-ID" dirty="0"/>
              <a:t>      height: 50px;</a:t>
            </a:r>
          </a:p>
          <a:p>
            <a:r>
              <a:rPr lang="en-ID" dirty="0"/>
              <a:t>      font-size: 2em;</a:t>
            </a:r>
          </a:p>
          <a:p>
            <a:r>
              <a:rPr lang="en-ID" dirty="0"/>
              <a:t>      text-align: </a:t>
            </a:r>
            <a:r>
              <a:rPr lang="en-ID" dirty="0" err="1"/>
              <a:t>center</a:t>
            </a:r>
            <a:r>
              <a:rPr lang="en-ID" dirty="0"/>
              <a:t>;</a:t>
            </a:r>
          </a:p>
          <a:p>
            <a:r>
              <a:rPr lang="en-ID" dirty="0"/>
              <a:t>    }</a:t>
            </a:r>
          </a:p>
          <a:p>
            <a:r>
              <a:rPr lang="en-ID" dirty="0"/>
              <a:t>    </a:t>
            </a:r>
            <a:r>
              <a:rPr lang="en-ID" b="1" dirty="0" err="1"/>
              <a:t>div.sidebar</a:t>
            </a:r>
            <a:r>
              <a:rPr lang="en-ID" b="1" dirty="0"/>
              <a:t> </a:t>
            </a:r>
            <a:r>
              <a:rPr lang="en-ID" dirty="0"/>
              <a:t>{</a:t>
            </a:r>
          </a:p>
          <a:p>
            <a:r>
              <a:rPr lang="en-ID" dirty="0"/>
              <a:t>      border: 5px dotted #330000;</a:t>
            </a:r>
          </a:p>
          <a:p>
            <a:r>
              <a:rPr lang="en-ID" dirty="0"/>
              <a:t>      margin: 0.03em;</a:t>
            </a:r>
          </a:p>
          <a:p>
            <a:r>
              <a:rPr lang="en-ID" dirty="0"/>
              <a:t>      background: #</a:t>
            </a:r>
            <a:r>
              <a:rPr lang="en-ID" dirty="0" err="1"/>
              <a:t>ffffff</a:t>
            </a:r>
            <a:r>
              <a:rPr lang="en-ID" dirty="0"/>
              <a:t>;</a:t>
            </a:r>
          </a:p>
          <a:p>
            <a:r>
              <a:rPr lang="en-ID" dirty="0"/>
              <a:t>      float: left;</a:t>
            </a:r>
          </a:p>
          <a:p>
            <a:r>
              <a:rPr lang="en-ID" dirty="0"/>
              <a:t>      width: 38%;</a:t>
            </a:r>
          </a:p>
          <a:p>
            <a:r>
              <a:rPr lang="en-ID" dirty="0"/>
              <a:t>      height: 150px;</a:t>
            </a:r>
          </a:p>
          <a:p>
            <a:r>
              <a:rPr lang="en-ID" dirty="0"/>
              <a:t>      font-size: 2em;</a:t>
            </a:r>
          </a:p>
          <a:p>
            <a:r>
              <a:rPr lang="en-ID" dirty="0"/>
              <a:t>      text-align: </a:t>
            </a:r>
            <a:r>
              <a:rPr lang="en-ID" dirty="0" err="1"/>
              <a:t>center</a:t>
            </a:r>
            <a:r>
              <a:rPr lang="en-ID" dirty="0"/>
              <a:t>;</a:t>
            </a:r>
          </a:p>
          <a:p>
            <a:r>
              <a:rPr lang="en-ID" dirty="0"/>
              <a:t>    }</a:t>
            </a:r>
          </a:p>
        </p:txBody>
      </p:sp>
    </p:spTree>
    <p:extLst>
      <p:ext uri="{BB962C8B-B14F-4D97-AF65-F5344CB8AC3E}">
        <p14:creationId xmlns:p14="http://schemas.microsoft.com/office/powerpoint/2010/main" val="131925622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54313" y="137789"/>
            <a:ext cx="2938625" cy="424732"/>
          </a:xfrm>
        </p:spPr>
        <p:txBody>
          <a:bodyPr wrap="none">
            <a:spAutoFit/>
          </a:bodyPr>
          <a:lstStyle/>
          <a:p>
            <a:pPr algn="ctr"/>
            <a:r>
              <a:rPr lang="en-US" sz="2400" dirty="0">
                <a:effectLst>
                  <a:outerShdw blurRad="38100" dist="38100" dir="2700000" algn="tl">
                    <a:srgbClr val="000000">
                      <a:alpha val="43137"/>
                    </a:srgbClr>
                  </a:outerShdw>
                </a:effectLst>
                <a:latin typeface="Adobe Ming Std L" pitchFamily="18" charset="-128"/>
                <a:ea typeface="Adobe Ming Std L" pitchFamily="18" charset="-128"/>
                <a:cs typeface="+mn-cs"/>
              </a:rPr>
              <a:t>CONTOH TAG DIV</a:t>
            </a:r>
          </a:p>
        </p:txBody>
      </p:sp>
      <p:sp>
        <p:nvSpPr>
          <p:cNvPr id="4" name="Rectangle 3">
            <a:extLst>
              <a:ext uri="{FF2B5EF4-FFF2-40B4-BE49-F238E27FC236}">
                <a16:creationId xmlns:a16="http://schemas.microsoft.com/office/drawing/2014/main" id="{98C1884A-75E6-41D0-828B-C24D9C85497E}"/>
              </a:ext>
            </a:extLst>
          </p:cNvPr>
          <p:cNvSpPr/>
          <p:nvPr/>
        </p:nvSpPr>
        <p:spPr>
          <a:xfrm>
            <a:off x="111760" y="760101"/>
            <a:ext cx="9488342" cy="5632311"/>
          </a:xfrm>
          <a:prstGeom prst="rect">
            <a:avLst/>
          </a:prstGeom>
          <a:solidFill>
            <a:schemeClr val="bg1"/>
          </a:solidFill>
          <a:ln>
            <a:solidFill>
              <a:schemeClr val="accent1"/>
            </a:solidFill>
          </a:ln>
        </p:spPr>
        <p:txBody>
          <a:bodyPr wrap="square">
            <a:spAutoFit/>
          </a:bodyPr>
          <a:lstStyle/>
          <a:p>
            <a:r>
              <a:rPr lang="en-ID" b="1" dirty="0"/>
              <a:t>   </a:t>
            </a:r>
            <a:r>
              <a:rPr lang="en-ID" b="1" dirty="0" err="1"/>
              <a:t>div.content</a:t>
            </a:r>
            <a:r>
              <a:rPr lang="en-ID" b="1" dirty="0"/>
              <a:t> </a:t>
            </a:r>
            <a:r>
              <a:rPr lang="en-ID" dirty="0"/>
              <a:t>{</a:t>
            </a:r>
          </a:p>
          <a:p>
            <a:r>
              <a:rPr lang="en-ID" dirty="0"/>
              <a:t>      border: 5px dotted #330000;</a:t>
            </a:r>
          </a:p>
          <a:p>
            <a:r>
              <a:rPr lang="en-ID" dirty="0"/>
              <a:t>      margin: 0.03em;</a:t>
            </a:r>
          </a:p>
          <a:p>
            <a:r>
              <a:rPr lang="en-ID" dirty="0"/>
              <a:t>      background: #</a:t>
            </a:r>
            <a:r>
              <a:rPr lang="en-ID" dirty="0" err="1"/>
              <a:t>ffffff</a:t>
            </a:r>
            <a:r>
              <a:rPr lang="en-ID" dirty="0"/>
              <a:t>;</a:t>
            </a:r>
          </a:p>
          <a:p>
            <a:r>
              <a:rPr lang="en-ID" dirty="0"/>
              <a:t>      float: right;</a:t>
            </a:r>
          </a:p>
          <a:p>
            <a:r>
              <a:rPr lang="en-ID" dirty="0"/>
              <a:t>      width: 60%;</a:t>
            </a:r>
          </a:p>
          <a:p>
            <a:r>
              <a:rPr lang="en-ID" dirty="0"/>
              <a:t>      height: 150px;</a:t>
            </a:r>
          </a:p>
          <a:p>
            <a:r>
              <a:rPr lang="en-ID" dirty="0"/>
              <a:t>      font-size: 2em;</a:t>
            </a:r>
          </a:p>
          <a:p>
            <a:r>
              <a:rPr lang="en-ID" dirty="0"/>
              <a:t>      text-align: </a:t>
            </a:r>
            <a:r>
              <a:rPr lang="en-ID" dirty="0" err="1"/>
              <a:t>center</a:t>
            </a:r>
            <a:r>
              <a:rPr lang="en-ID" dirty="0"/>
              <a:t>;</a:t>
            </a:r>
          </a:p>
          <a:p>
            <a:r>
              <a:rPr lang="en-ID" dirty="0"/>
              <a:t>    }</a:t>
            </a:r>
          </a:p>
          <a:p>
            <a:r>
              <a:rPr lang="en-ID" b="1" dirty="0"/>
              <a:t>    </a:t>
            </a:r>
            <a:r>
              <a:rPr lang="en-ID" b="1" dirty="0" err="1"/>
              <a:t>div.footer</a:t>
            </a:r>
            <a:r>
              <a:rPr lang="en-ID" b="1" dirty="0"/>
              <a:t> </a:t>
            </a:r>
            <a:r>
              <a:rPr lang="en-ID" dirty="0"/>
              <a:t>{</a:t>
            </a:r>
          </a:p>
          <a:p>
            <a:r>
              <a:rPr lang="en-ID" dirty="0"/>
              <a:t>      border: 5px solid #000000;</a:t>
            </a:r>
          </a:p>
          <a:p>
            <a:r>
              <a:rPr lang="en-ID" dirty="0"/>
              <a:t>      margin: 0.03em;</a:t>
            </a:r>
          </a:p>
          <a:p>
            <a:r>
              <a:rPr lang="en-ID" dirty="0"/>
              <a:t>      background: #</a:t>
            </a:r>
            <a:r>
              <a:rPr lang="en-ID" dirty="0" err="1"/>
              <a:t>ffffff</a:t>
            </a:r>
            <a:r>
              <a:rPr lang="en-ID" dirty="0"/>
              <a:t>;</a:t>
            </a:r>
          </a:p>
          <a:p>
            <a:r>
              <a:rPr lang="en-ID" dirty="0"/>
              <a:t>      clear: both;</a:t>
            </a:r>
          </a:p>
          <a:p>
            <a:r>
              <a:rPr lang="en-ID" dirty="0"/>
              <a:t>      height: 50px;</a:t>
            </a:r>
          </a:p>
          <a:p>
            <a:r>
              <a:rPr lang="en-ID" dirty="0"/>
              <a:t>      font-size: 2em;</a:t>
            </a:r>
          </a:p>
          <a:p>
            <a:r>
              <a:rPr lang="en-ID" dirty="0"/>
              <a:t>      text-align: </a:t>
            </a:r>
            <a:r>
              <a:rPr lang="en-ID" dirty="0" err="1"/>
              <a:t>center</a:t>
            </a:r>
            <a:r>
              <a:rPr lang="en-ID" dirty="0"/>
              <a:t>;</a:t>
            </a:r>
          </a:p>
          <a:p>
            <a:r>
              <a:rPr lang="en-ID" dirty="0"/>
              <a:t>    }</a:t>
            </a:r>
          </a:p>
          <a:p>
            <a:r>
              <a:rPr lang="en-ID" b="1" dirty="0"/>
              <a:t>  &lt;/style&gt;</a:t>
            </a:r>
          </a:p>
        </p:txBody>
      </p:sp>
    </p:spTree>
    <p:extLst>
      <p:ext uri="{BB962C8B-B14F-4D97-AF65-F5344CB8AC3E}">
        <p14:creationId xmlns:p14="http://schemas.microsoft.com/office/powerpoint/2010/main" val="51489525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54313" y="137789"/>
            <a:ext cx="2938625" cy="424732"/>
          </a:xfrm>
        </p:spPr>
        <p:txBody>
          <a:bodyPr wrap="none">
            <a:spAutoFit/>
          </a:bodyPr>
          <a:lstStyle/>
          <a:p>
            <a:pPr algn="ctr"/>
            <a:r>
              <a:rPr lang="en-US" sz="2400" dirty="0">
                <a:effectLst>
                  <a:outerShdw blurRad="38100" dist="38100" dir="2700000" algn="tl">
                    <a:srgbClr val="000000">
                      <a:alpha val="43137"/>
                    </a:srgbClr>
                  </a:outerShdw>
                </a:effectLst>
                <a:latin typeface="Adobe Ming Std L" pitchFamily="18" charset="-128"/>
                <a:ea typeface="Adobe Ming Std L" pitchFamily="18" charset="-128"/>
                <a:cs typeface="+mn-cs"/>
              </a:rPr>
              <a:t>CONTOH TAG DIV</a:t>
            </a:r>
          </a:p>
        </p:txBody>
      </p:sp>
      <p:sp>
        <p:nvSpPr>
          <p:cNvPr id="4" name="Rectangle 3">
            <a:extLst>
              <a:ext uri="{FF2B5EF4-FFF2-40B4-BE49-F238E27FC236}">
                <a16:creationId xmlns:a16="http://schemas.microsoft.com/office/drawing/2014/main" id="{98C1884A-75E6-41D0-828B-C24D9C85497E}"/>
              </a:ext>
            </a:extLst>
          </p:cNvPr>
          <p:cNvSpPr/>
          <p:nvPr/>
        </p:nvSpPr>
        <p:spPr>
          <a:xfrm>
            <a:off x="111760" y="800741"/>
            <a:ext cx="5984240" cy="2308324"/>
          </a:xfrm>
          <a:prstGeom prst="rect">
            <a:avLst/>
          </a:prstGeom>
          <a:solidFill>
            <a:schemeClr val="bg1"/>
          </a:solidFill>
          <a:ln>
            <a:solidFill>
              <a:schemeClr val="accent1"/>
            </a:solidFill>
          </a:ln>
        </p:spPr>
        <p:txBody>
          <a:bodyPr wrap="square">
            <a:spAutoFit/>
          </a:bodyPr>
          <a:lstStyle/>
          <a:p>
            <a:r>
              <a:rPr lang="en-ID" b="1" dirty="0"/>
              <a:t>&lt;/head&gt;</a:t>
            </a:r>
          </a:p>
          <a:p>
            <a:r>
              <a:rPr lang="en-ID" b="1" dirty="0"/>
              <a:t>&lt;body&gt;</a:t>
            </a:r>
          </a:p>
          <a:p>
            <a:r>
              <a:rPr lang="en-ID" b="1" dirty="0"/>
              <a:t>  &lt;div </a:t>
            </a:r>
            <a:r>
              <a:rPr lang="en-ID" dirty="0"/>
              <a:t>class="</a:t>
            </a:r>
            <a:r>
              <a:rPr lang="en-ID" b="1" dirty="0"/>
              <a:t>header</a:t>
            </a:r>
            <a:r>
              <a:rPr lang="en-ID" dirty="0"/>
              <a:t>"&gt;</a:t>
            </a:r>
            <a:r>
              <a:rPr lang="en-ID" dirty="0" err="1"/>
              <a:t>Judul</a:t>
            </a:r>
            <a:r>
              <a:rPr lang="en-ID" b="1" dirty="0"/>
              <a:t>&lt;/div&gt;</a:t>
            </a:r>
          </a:p>
          <a:p>
            <a:r>
              <a:rPr lang="en-ID" dirty="0"/>
              <a:t>  </a:t>
            </a:r>
            <a:r>
              <a:rPr lang="en-ID" b="1" dirty="0"/>
              <a:t>&lt;div </a:t>
            </a:r>
            <a:r>
              <a:rPr lang="en-ID" dirty="0"/>
              <a:t>class="</a:t>
            </a:r>
            <a:r>
              <a:rPr lang="en-ID" b="1" dirty="0"/>
              <a:t>sidebar</a:t>
            </a:r>
            <a:r>
              <a:rPr lang="en-ID" dirty="0"/>
              <a:t>"&gt;</a:t>
            </a:r>
            <a:r>
              <a:rPr lang="en-ID" dirty="0" err="1"/>
              <a:t>Sisi</a:t>
            </a:r>
            <a:r>
              <a:rPr lang="en-ID" dirty="0"/>
              <a:t> Kiri</a:t>
            </a:r>
            <a:r>
              <a:rPr lang="en-ID" b="1" dirty="0"/>
              <a:t>&lt;/div&gt;</a:t>
            </a:r>
          </a:p>
          <a:p>
            <a:r>
              <a:rPr lang="en-ID" dirty="0"/>
              <a:t> </a:t>
            </a:r>
            <a:r>
              <a:rPr lang="en-ID" b="1" dirty="0"/>
              <a:t> &lt;div </a:t>
            </a:r>
            <a:r>
              <a:rPr lang="en-ID" dirty="0"/>
              <a:t>class="</a:t>
            </a:r>
            <a:r>
              <a:rPr lang="en-ID" b="1" dirty="0"/>
              <a:t>content</a:t>
            </a:r>
            <a:r>
              <a:rPr lang="en-ID" dirty="0"/>
              <a:t>"&gt;Isi </a:t>
            </a:r>
            <a:r>
              <a:rPr lang="en-ID" dirty="0" err="1"/>
              <a:t>Konten</a:t>
            </a:r>
            <a:r>
              <a:rPr lang="en-ID" b="1" dirty="0"/>
              <a:t>&lt;/div&gt;</a:t>
            </a:r>
          </a:p>
          <a:p>
            <a:r>
              <a:rPr lang="en-ID" b="1" dirty="0"/>
              <a:t>  &lt;div </a:t>
            </a:r>
            <a:r>
              <a:rPr lang="en-ID" dirty="0"/>
              <a:t>class="</a:t>
            </a:r>
            <a:r>
              <a:rPr lang="en-ID" b="1" dirty="0"/>
              <a:t>footer</a:t>
            </a:r>
            <a:r>
              <a:rPr lang="en-ID" dirty="0"/>
              <a:t>"&gt;</a:t>
            </a:r>
            <a:r>
              <a:rPr lang="en-ID" dirty="0" err="1"/>
              <a:t>Bawah</a:t>
            </a:r>
            <a:r>
              <a:rPr lang="en-ID" b="1" dirty="0"/>
              <a:t>&lt;/div&gt;</a:t>
            </a:r>
          </a:p>
          <a:p>
            <a:r>
              <a:rPr lang="en-ID" b="1" dirty="0"/>
              <a:t>&lt;/body&gt;</a:t>
            </a:r>
          </a:p>
          <a:p>
            <a:r>
              <a:rPr lang="en-ID" b="1" dirty="0"/>
              <a:t>&lt;/html&gt;</a:t>
            </a:r>
          </a:p>
        </p:txBody>
      </p:sp>
      <p:pic>
        <p:nvPicPr>
          <p:cNvPr id="5" name="Picture 4">
            <a:extLst>
              <a:ext uri="{FF2B5EF4-FFF2-40B4-BE49-F238E27FC236}">
                <a16:creationId xmlns:a16="http://schemas.microsoft.com/office/drawing/2014/main" id="{FF66C8A6-408F-4B7A-B9E9-E2814860E07A}"/>
              </a:ext>
            </a:extLst>
          </p:cNvPr>
          <p:cNvPicPr>
            <a:picLocks noChangeAspect="1"/>
          </p:cNvPicPr>
          <p:nvPr/>
        </p:nvPicPr>
        <p:blipFill>
          <a:blip r:embed="rId2"/>
          <a:stretch>
            <a:fillRect/>
          </a:stretch>
        </p:blipFill>
        <p:spPr>
          <a:xfrm>
            <a:off x="2682240" y="3210542"/>
            <a:ext cx="9423304" cy="3509669"/>
          </a:xfrm>
          <a:prstGeom prst="rect">
            <a:avLst/>
          </a:prstGeom>
        </p:spPr>
      </p:pic>
    </p:spTree>
    <p:extLst>
      <p:ext uri="{BB962C8B-B14F-4D97-AF65-F5344CB8AC3E}">
        <p14:creationId xmlns:p14="http://schemas.microsoft.com/office/powerpoint/2010/main" val="23839128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up)">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6550" y="82239"/>
            <a:ext cx="3570208" cy="424732"/>
          </a:xfrm>
        </p:spPr>
        <p:txBody>
          <a:bodyPr vert="horz" wrap="none" lIns="91440" tIns="45720" rIns="91440" bIns="45720" rtlCol="0" anchor="ctr">
            <a:spAutoFit/>
          </a:bodyPr>
          <a:lstStyle/>
          <a:p>
            <a:pPr algn="ctr"/>
            <a:r>
              <a:rPr lang="en-US" sz="2400" dirty="0">
                <a:effectLst>
                  <a:outerShdw blurRad="38100" dist="38100" dir="2700000" algn="tl">
                    <a:srgbClr val="000000">
                      <a:alpha val="43137"/>
                    </a:srgbClr>
                  </a:outerShdw>
                </a:effectLst>
                <a:latin typeface="Adobe Ming Std L" pitchFamily="18" charset="-128"/>
                <a:ea typeface="Adobe Ming Std L" pitchFamily="18" charset="-128"/>
                <a:cs typeface="+mn-cs"/>
              </a:rPr>
              <a:t>Layout Web </a:t>
            </a:r>
            <a:r>
              <a:rPr lang="en-US" sz="2400" dirty="0" err="1">
                <a:effectLst>
                  <a:outerShdw blurRad="38100" dist="38100" dir="2700000" algn="tl">
                    <a:srgbClr val="000000">
                      <a:alpha val="43137"/>
                    </a:srgbClr>
                  </a:outerShdw>
                </a:effectLst>
                <a:latin typeface="Adobe Ming Std L" pitchFamily="18" charset="-128"/>
                <a:ea typeface="Adobe Ming Std L" pitchFamily="18" charset="-128"/>
                <a:cs typeface="+mn-cs"/>
              </a:rPr>
              <a:t>dengan</a:t>
            </a:r>
            <a:r>
              <a:rPr lang="en-US" sz="2400" dirty="0">
                <a:effectLst>
                  <a:outerShdw blurRad="38100" dist="38100" dir="2700000" algn="tl">
                    <a:srgbClr val="000000">
                      <a:alpha val="43137"/>
                    </a:srgbClr>
                  </a:outerShdw>
                </a:effectLst>
                <a:latin typeface="Adobe Ming Std L" pitchFamily="18" charset="-128"/>
                <a:ea typeface="Adobe Ming Std L" pitchFamily="18" charset="-128"/>
                <a:cs typeface="+mn-cs"/>
              </a:rPr>
              <a:t> DIV.</a:t>
            </a:r>
          </a:p>
        </p:txBody>
      </p:sp>
      <p:sp>
        <p:nvSpPr>
          <p:cNvPr id="3" name="Content Placeholder 2"/>
          <p:cNvSpPr txBox="1">
            <a:spLocks/>
          </p:cNvSpPr>
          <p:nvPr/>
        </p:nvSpPr>
        <p:spPr>
          <a:xfrm>
            <a:off x="182484" y="815834"/>
            <a:ext cx="11857116" cy="4142246"/>
          </a:xfrm>
          <a:prstGeom prst="rect">
            <a:avLst/>
          </a:prstGeom>
        </p:spPr>
        <p:txBody>
          <a:bodyPr>
            <a:normAutofit fontScale="925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50000"/>
              </a:lnSpc>
              <a:buFont typeface="Arial" panose="020B0604020202020204" pitchFamily="34" charset="0"/>
              <a:buNone/>
            </a:pPr>
            <a:r>
              <a:rPr lang="en-US" sz="1800" b="1" dirty="0" err="1">
                <a:ea typeface="SimSun-ExtG" panose="02010609060101010101" pitchFamily="49" charset="-122"/>
                <a:cs typeface="Times New Roman" panose="02020603050405020304" pitchFamily="18" charset="0"/>
              </a:rPr>
              <a:t>Fungsi</a:t>
            </a:r>
            <a:r>
              <a:rPr lang="en-US" sz="1800" b="1" dirty="0">
                <a:ea typeface="SimSun-ExtG" panose="02010609060101010101" pitchFamily="49" charset="-122"/>
                <a:cs typeface="Times New Roman" panose="02020603050405020304" pitchFamily="18" charset="0"/>
              </a:rPr>
              <a:t> </a:t>
            </a:r>
            <a:r>
              <a:rPr lang="en-US" sz="1800" b="1" dirty="0" err="1">
                <a:ea typeface="SimSun-ExtG" panose="02010609060101010101" pitchFamily="49" charset="-122"/>
                <a:cs typeface="Times New Roman" panose="02020603050405020304" pitchFamily="18" charset="0"/>
              </a:rPr>
              <a:t>tabel</a:t>
            </a:r>
            <a:r>
              <a:rPr lang="en-US" sz="1800" b="1" dirty="0">
                <a:ea typeface="SimSun-ExtG" panose="02010609060101010101" pitchFamily="49" charset="-122"/>
                <a:cs typeface="Times New Roman" panose="02020603050405020304" pitchFamily="18" charset="0"/>
              </a:rPr>
              <a:t> </a:t>
            </a:r>
            <a:r>
              <a:rPr lang="en-US" sz="1800" dirty="0" err="1">
                <a:ea typeface="SimSun-ExtG" panose="02010609060101010101" pitchFamily="49" charset="-122"/>
                <a:cs typeface="Times New Roman" panose="02020603050405020304" pitchFamily="18" charset="0"/>
              </a:rPr>
              <a:t>dapat</a:t>
            </a:r>
            <a:r>
              <a:rPr lang="en-US" sz="1800" dirty="0">
                <a:ea typeface="SimSun-ExtG" panose="02010609060101010101" pitchFamily="49" charset="-122"/>
                <a:cs typeface="Times New Roman" panose="02020603050405020304" pitchFamily="18" charset="0"/>
              </a:rPr>
              <a:t> </a:t>
            </a:r>
            <a:r>
              <a:rPr lang="en-US" sz="1800" dirty="0" err="1">
                <a:ea typeface="SimSun-ExtG" panose="02010609060101010101" pitchFamily="49" charset="-122"/>
                <a:cs typeface="Times New Roman" panose="02020603050405020304" pitchFamily="18" charset="0"/>
              </a:rPr>
              <a:t>diganti</a:t>
            </a:r>
            <a:r>
              <a:rPr lang="en-US" sz="1800" dirty="0">
                <a:ea typeface="SimSun-ExtG" panose="02010609060101010101" pitchFamily="49" charset="-122"/>
                <a:cs typeface="Times New Roman" panose="02020603050405020304" pitchFamily="18" charset="0"/>
              </a:rPr>
              <a:t> </a:t>
            </a:r>
            <a:r>
              <a:rPr lang="en-US" sz="1800" b="1" dirty="0">
                <a:ea typeface="SimSun-ExtG" panose="02010609060101010101" pitchFamily="49" charset="-122"/>
                <a:cs typeface="Times New Roman" panose="02020603050405020304" pitchFamily="18" charset="0"/>
              </a:rPr>
              <a:t>Tag</a:t>
            </a:r>
            <a:r>
              <a:rPr lang="en-US" sz="1800" dirty="0">
                <a:ea typeface="SimSun-ExtG" panose="02010609060101010101" pitchFamily="49" charset="-122"/>
                <a:cs typeface="Times New Roman" panose="02020603050405020304" pitchFamily="18" charset="0"/>
              </a:rPr>
              <a:t>. </a:t>
            </a:r>
          </a:p>
          <a:p>
            <a:pPr marL="0" indent="0" algn="just">
              <a:lnSpc>
                <a:spcPct val="150000"/>
              </a:lnSpc>
              <a:buFont typeface="Arial" panose="020B0604020202020204" pitchFamily="34" charset="0"/>
              <a:buNone/>
            </a:pPr>
            <a:r>
              <a:rPr lang="en-US" sz="1800" dirty="0">
                <a:ea typeface="SimSun-ExtG" panose="02010609060101010101" pitchFamily="49" charset="-122"/>
                <a:cs typeface="Times New Roman" panose="02020603050405020304" pitchFamily="18" charset="0"/>
              </a:rPr>
              <a:t>Developer web </a:t>
            </a:r>
            <a:r>
              <a:rPr lang="en-US" sz="1800" dirty="0" err="1">
                <a:ea typeface="SimSun-ExtG" panose="02010609060101010101" pitchFamily="49" charset="-122"/>
                <a:cs typeface="Times New Roman" panose="02020603050405020304" pitchFamily="18" charset="0"/>
              </a:rPr>
              <a:t>saat</a:t>
            </a:r>
            <a:r>
              <a:rPr lang="en-US" sz="1800" dirty="0">
                <a:ea typeface="SimSun-ExtG" panose="02010609060101010101" pitchFamily="49" charset="-122"/>
                <a:cs typeface="Times New Roman" panose="02020603050405020304" pitchFamily="18" charset="0"/>
              </a:rPr>
              <a:t> </a:t>
            </a:r>
            <a:r>
              <a:rPr lang="en-US" sz="1800" dirty="0" err="1">
                <a:ea typeface="SimSun-ExtG" panose="02010609060101010101" pitchFamily="49" charset="-122"/>
                <a:cs typeface="Times New Roman" panose="02020603050405020304" pitchFamily="18" charset="0"/>
              </a:rPr>
              <a:t>ini</a:t>
            </a:r>
            <a:r>
              <a:rPr lang="en-US" sz="1800" dirty="0">
                <a:ea typeface="SimSun-ExtG" panose="02010609060101010101" pitchFamily="49" charset="-122"/>
                <a:cs typeface="Times New Roman" panose="02020603050405020304" pitchFamily="18" charset="0"/>
              </a:rPr>
              <a:t> </a:t>
            </a:r>
            <a:r>
              <a:rPr lang="en-US" sz="1800" dirty="0" err="1">
                <a:ea typeface="SimSun-ExtG" panose="02010609060101010101" pitchFamily="49" charset="-122"/>
                <a:cs typeface="Times New Roman" panose="02020603050405020304" pitchFamily="18" charset="0"/>
              </a:rPr>
              <a:t>sudah</a:t>
            </a:r>
            <a:r>
              <a:rPr lang="en-US" sz="1800" dirty="0">
                <a:ea typeface="SimSun-ExtG" panose="02010609060101010101" pitchFamily="49" charset="-122"/>
                <a:cs typeface="Times New Roman" panose="02020603050405020304" pitchFamily="18" charset="0"/>
              </a:rPr>
              <a:t> </a:t>
            </a:r>
            <a:r>
              <a:rPr lang="en-US" sz="1800" dirty="0" err="1">
                <a:ea typeface="SimSun-ExtG" panose="02010609060101010101" pitchFamily="49" charset="-122"/>
                <a:cs typeface="Times New Roman" panose="02020603050405020304" pitchFamily="18" charset="0"/>
              </a:rPr>
              <a:t>meminimalkan</a:t>
            </a:r>
            <a:r>
              <a:rPr lang="en-US" sz="1800" dirty="0">
                <a:ea typeface="SimSun-ExtG" panose="02010609060101010101" pitchFamily="49" charset="-122"/>
                <a:cs typeface="Times New Roman" panose="02020603050405020304" pitchFamily="18" charset="0"/>
              </a:rPr>
              <a:t> </a:t>
            </a:r>
            <a:r>
              <a:rPr lang="en-US" sz="1800" dirty="0" err="1">
                <a:ea typeface="SimSun-ExtG" panose="02010609060101010101" pitchFamily="49" charset="-122"/>
                <a:cs typeface="Times New Roman" panose="02020603050405020304" pitchFamily="18" charset="0"/>
              </a:rPr>
              <a:t>penggunaan</a:t>
            </a:r>
            <a:r>
              <a:rPr lang="en-US" sz="1800" dirty="0">
                <a:ea typeface="SimSun-ExtG" panose="02010609060101010101" pitchFamily="49" charset="-122"/>
                <a:cs typeface="Times New Roman" panose="02020603050405020304" pitchFamily="18" charset="0"/>
              </a:rPr>
              <a:t> </a:t>
            </a:r>
            <a:r>
              <a:rPr lang="en-US" sz="1800" dirty="0" err="1">
                <a:ea typeface="SimSun-ExtG" panose="02010609060101010101" pitchFamily="49" charset="-122"/>
                <a:cs typeface="Times New Roman" panose="02020603050405020304" pitchFamily="18" charset="0"/>
              </a:rPr>
              <a:t>tabel</a:t>
            </a:r>
            <a:r>
              <a:rPr lang="en-US" sz="1800" dirty="0">
                <a:ea typeface="SimSun-ExtG" panose="02010609060101010101" pitchFamily="49" charset="-122"/>
                <a:cs typeface="Times New Roman" panose="02020603050405020304" pitchFamily="18" charset="0"/>
              </a:rPr>
              <a:t>, dan </a:t>
            </a:r>
            <a:r>
              <a:rPr lang="en-US" sz="1800" dirty="0" err="1">
                <a:ea typeface="SimSun-ExtG" panose="02010609060101010101" pitchFamily="49" charset="-122"/>
                <a:cs typeface="Times New Roman" panose="02020603050405020304" pitchFamily="18" charset="0"/>
              </a:rPr>
              <a:t>mereka</a:t>
            </a:r>
            <a:r>
              <a:rPr lang="en-US" sz="1800" dirty="0">
                <a:ea typeface="SimSun-ExtG" panose="02010609060101010101" pitchFamily="49" charset="-122"/>
                <a:cs typeface="Times New Roman" panose="02020603050405020304" pitchFamily="18" charset="0"/>
              </a:rPr>
              <a:t> </a:t>
            </a:r>
            <a:r>
              <a:rPr lang="en-US" sz="1800" dirty="0" err="1">
                <a:ea typeface="SimSun-ExtG" panose="02010609060101010101" pitchFamily="49" charset="-122"/>
                <a:cs typeface="Times New Roman" panose="02020603050405020304" pitchFamily="18" charset="0"/>
              </a:rPr>
              <a:t>memaksimalkan</a:t>
            </a:r>
            <a:r>
              <a:rPr lang="en-US" sz="1800" dirty="0">
                <a:ea typeface="SimSun-ExtG" panose="02010609060101010101" pitchFamily="49" charset="-122"/>
                <a:cs typeface="Times New Roman" panose="02020603050405020304" pitchFamily="18" charset="0"/>
              </a:rPr>
              <a:t> </a:t>
            </a:r>
            <a:r>
              <a:rPr lang="en-US" sz="1800" dirty="0" err="1">
                <a:ea typeface="SimSun-ExtG" panose="02010609060101010101" pitchFamily="49" charset="-122"/>
                <a:cs typeface="Times New Roman" panose="02020603050405020304" pitchFamily="18" charset="0"/>
              </a:rPr>
              <a:t>penggunaan</a:t>
            </a:r>
            <a:r>
              <a:rPr lang="en-US" sz="1800" dirty="0">
                <a:ea typeface="SimSun-ExtG" panose="02010609060101010101" pitchFamily="49" charset="-122"/>
                <a:cs typeface="Times New Roman" panose="02020603050405020304" pitchFamily="18" charset="0"/>
              </a:rPr>
              <a:t> div.  </a:t>
            </a:r>
            <a:r>
              <a:rPr lang="en-US" sz="1800" dirty="0" err="1">
                <a:ea typeface="SimSun-ExtG" panose="02010609060101010101" pitchFamily="49" charset="-122"/>
                <a:cs typeface="Times New Roman" panose="02020603050405020304" pitchFamily="18" charset="0"/>
              </a:rPr>
              <a:t>Alasannya</a:t>
            </a:r>
            <a:r>
              <a:rPr lang="en-US" sz="1800" dirty="0">
                <a:ea typeface="SimSun-ExtG" panose="02010609060101010101" pitchFamily="49" charset="-122"/>
                <a:cs typeface="Times New Roman" panose="02020603050405020304" pitchFamily="18" charset="0"/>
              </a:rPr>
              <a:t> </a:t>
            </a:r>
            <a:r>
              <a:rPr lang="en-US" sz="1800" dirty="0" err="1">
                <a:ea typeface="SimSun-ExtG" panose="02010609060101010101" pitchFamily="49" charset="-122"/>
                <a:cs typeface="Times New Roman" panose="02020603050405020304" pitchFamily="18" charset="0"/>
              </a:rPr>
              <a:t>adalah</a:t>
            </a:r>
            <a:r>
              <a:rPr lang="en-US" sz="1800" dirty="0">
                <a:ea typeface="SimSun-ExtG" panose="02010609060101010101" pitchFamily="49" charset="-122"/>
                <a:cs typeface="Times New Roman" panose="02020603050405020304" pitchFamily="18" charset="0"/>
              </a:rPr>
              <a:t>:</a:t>
            </a:r>
          </a:p>
          <a:p>
            <a:pPr marL="355600" indent="-355600" algn="just">
              <a:lnSpc>
                <a:spcPct val="150000"/>
              </a:lnSpc>
              <a:buFont typeface="Wingdings" panose="05000000000000000000" pitchFamily="2" charset="2"/>
              <a:buChar char="Ø"/>
            </a:pPr>
            <a:r>
              <a:rPr lang="en-US" sz="1800" dirty="0" err="1">
                <a:ea typeface="SimSun-ExtG" panose="02010609060101010101" pitchFamily="49" charset="-122"/>
                <a:cs typeface="Times New Roman" panose="02020603050405020304" pitchFamily="18" charset="0"/>
              </a:rPr>
              <a:t>Menggunakan</a:t>
            </a:r>
            <a:r>
              <a:rPr lang="en-US" sz="1800" dirty="0">
                <a:ea typeface="SimSun-ExtG" panose="02010609060101010101" pitchFamily="49" charset="-122"/>
                <a:cs typeface="Times New Roman" panose="02020603050405020304" pitchFamily="18" charset="0"/>
              </a:rPr>
              <a:t> </a:t>
            </a:r>
            <a:r>
              <a:rPr lang="en-US" sz="1800" dirty="0" err="1">
                <a:ea typeface="SimSun-ExtG" panose="02010609060101010101" pitchFamily="49" charset="-122"/>
                <a:cs typeface="Times New Roman" panose="02020603050405020304" pitchFamily="18" charset="0"/>
              </a:rPr>
              <a:t>tabel</a:t>
            </a:r>
            <a:r>
              <a:rPr lang="en-US" sz="1800" dirty="0">
                <a:ea typeface="SimSun-ExtG" panose="02010609060101010101" pitchFamily="49" charset="-122"/>
                <a:cs typeface="Times New Roman" panose="02020603050405020304" pitchFamily="18" charset="0"/>
              </a:rPr>
              <a:t> </a:t>
            </a:r>
            <a:r>
              <a:rPr lang="en-US" sz="1800" dirty="0" err="1">
                <a:ea typeface="SimSun-ExtG" panose="02010609060101010101" pitchFamily="49" charset="-122"/>
                <a:cs typeface="Times New Roman" panose="02020603050405020304" pitchFamily="18" charset="0"/>
              </a:rPr>
              <a:t>membuat</a:t>
            </a:r>
            <a:r>
              <a:rPr lang="en-US" sz="1800" dirty="0">
                <a:ea typeface="SimSun-ExtG" panose="02010609060101010101" pitchFamily="49" charset="-122"/>
                <a:cs typeface="Times New Roman" panose="02020603050405020304" pitchFamily="18" charset="0"/>
              </a:rPr>
              <a:t> </a:t>
            </a:r>
            <a:r>
              <a:rPr lang="en-US" sz="1800" dirty="0" err="1">
                <a:ea typeface="SimSun-ExtG" panose="02010609060101010101" pitchFamily="49" charset="-122"/>
                <a:cs typeface="Times New Roman" panose="02020603050405020304" pitchFamily="18" charset="0"/>
              </a:rPr>
              <a:t>Kode</a:t>
            </a:r>
            <a:r>
              <a:rPr lang="en-US" sz="1800" dirty="0">
                <a:ea typeface="SimSun-ExtG" panose="02010609060101010101" pitchFamily="49" charset="-122"/>
                <a:cs typeface="Times New Roman" panose="02020603050405020304" pitchFamily="18" charset="0"/>
              </a:rPr>
              <a:t> HTML </a:t>
            </a:r>
            <a:r>
              <a:rPr lang="en-US" sz="1800" dirty="0" err="1">
                <a:ea typeface="SimSun-ExtG" panose="02010609060101010101" pitchFamily="49" charset="-122"/>
                <a:cs typeface="Times New Roman" panose="02020603050405020304" pitchFamily="18" charset="0"/>
              </a:rPr>
              <a:t>menjadi</a:t>
            </a:r>
            <a:r>
              <a:rPr lang="en-US" sz="1800" dirty="0">
                <a:ea typeface="SimSun-ExtG" panose="02010609060101010101" pitchFamily="49" charset="-122"/>
                <a:cs typeface="Times New Roman" panose="02020603050405020304" pitchFamily="18" charset="0"/>
              </a:rPr>
              <a:t> </a:t>
            </a:r>
            <a:r>
              <a:rPr lang="en-US" sz="1800" dirty="0" err="1">
                <a:ea typeface="SimSun-ExtG" panose="02010609060101010101" pitchFamily="49" charset="-122"/>
                <a:cs typeface="Times New Roman" panose="02020603050405020304" pitchFamily="18" charset="0"/>
              </a:rPr>
              <a:t>lebih</a:t>
            </a:r>
            <a:r>
              <a:rPr lang="en-US" sz="1800" dirty="0">
                <a:ea typeface="SimSun-ExtG" panose="02010609060101010101" pitchFamily="49" charset="-122"/>
                <a:cs typeface="Times New Roman" panose="02020603050405020304" pitchFamily="18" charset="0"/>
              </a:rPr>
              <a:t> </a:t>
            </a:r>
            <a:r>
              <a:rPr lang="en-US" sz="1800" dirty="0" err="1">
                <a:ea typeface="SimSun-ExtG" panose="02010609060101010101" pitchFamily="49" charset="-122"/>
                <a:cs typeface="Times New Roman" panose="02020603050405020304" pitchFamily="18" charset="0"/>
              </a:rPr>
              <a:t>panjang</a:t>
            </a:r>
            <a:endParaRPr lang="en-US" sz="1800" dirty="0">
              <a:ea typeface="SimSun-ExtG" panose="02010609060101010101" pitchFamily="49" charset="-122"/>
              <a:cs typeface="Times New Roman" panose="02020603050405020304" pitchFamily="18" charset="0"/>
            </a:endParaRPr>
          </a:p>
          <a:p>
            <a:pPr marL="355600" indent="-355600" algn="just">
              <a:lnSpc>
                <a:spcPct val="150000"/>
              </a:lnSpc>
              <a:buFont typeface="Wingdings" panose="05000000000000000000" pitchFamily="2" charset="2"/>
              <a:buChar char="Ø"/>
            </a:pPr>
            <a:r>
              <a:rPr lang="en-US" sz="1800" dirty="0">
                <a:ea typeface="SimSun-ExtG" panose="02010609060101010101" pitchFamily="49" charset="-122"/>
                <a:cs typeface="Times New Roman" panose="02020603050405020304" pitchFamily="18" charset="0"/>
              </a:rPr>
              <a:t>File </a:t>
            </a:r>
            <a:r>
              <a:rPr lang="en-US" sz="1800" dirty="0" err="1">
                <a:ea typeface="SimSun-ExtG" panose="02010609060101010101" pitchFamily="49" charset="-122"/>
                <a:cs typeface="Times New Roman" panose="02020603050405020304" pitchFamily="18" charset="0"/>
              </a:rPr>
              <a:t>Lebih</a:t>
            </a:r>
            <a:r>
              <a:rPr lang="en-US" sz="1800" dirty="0">
                <a:ea typeface="SimSun-ExtG" panose="02010609060101010101" pitchFamily="49" charset="-122"/>
                <a:cs typeface="Times New Roman" panose="02020603050405020304" pitchFamily="18" charset="0"/>
              </a:rPr>
              <a:t> </a:t>
            </a:r>
            <a:r>
              <a:rPr lang="en-US" sz="1800" dirty="0" err="1">
                <a:ea typeface="SimSun-ExtG" panose="02010609060101010101" pitchFamily="49" charset="-122"/>
                <a:cs typeface="Times New Roman" panose="02020603050405020304" pitchFamily="18" charset="0"/>
              </a:rPr>
              <a:t>kecil</a:t>
            </a:r>
            <a:r>
              <a:rPr lang="en-US" sz="1800" dirty="0">
                <a:ea typeface="SimSun-ExtG" panose="02010609060101010101" pitchFamily="49" charset="-122"/>
                <a:cs typeface="Times New Roman" panose="02020603050405020304" pitchFamily="18" charset="0"/>
              </a:rPr>
              <a:t> </a:t>
            </a:r>
            <a:r>
              <a:rPr lang="en-US" sz="1800" dirty="0" err="1">
                <a:ea typeface="SimSun-ExtG" panose="02010609060101010101" pitchFamily="49" charset="-122"/>
                <a:cs typeface="Times New Roman" panose="02020603050405020304" pitchFamily="18" charset="0"/>
              </a:rPr>
              <a:t>ukurannya</a:t>
            </a:r>
            <a:endParaRPr lang="en-US" sz="1800" dirty="0">
              <a:ea typeface="SimSun-ExtG" panose="02010609060101010101" pitchFamily="49" charset="-122"/>
              <a:cs typeface="Times New Roman" panose="02020603050405020304" pitchFamily="18" charset="0"/>
            </a:endParaRPr>
          </a:p>
          <a:p>
            <a:pPr marL="355600" indent="-355600" algn="just">
              <a:lnSpc>
                <a:spcPct val="150000"/>
              </a:lnSpc>
              <a:buFont typeface="Wingdings" panose="05000000000000000000" pitchFamily="2" charset="2"/>
              <a:buChar char="Ø"/>
            </a:pPr>
            <a:r>
              <a:rPr lang="en-US" sz="1800" dirty="0" err="1">
                <a:ea typeface="SimSun-ExtG" panose="02010609060101010101" pitchFamily="49" charset="-122"/>
                <a:cs typeface="Times New Roman" panose="02020603050405020304" pitchFamily="18" charset="0"/>
              </a:rPr>
              <a:t>Tidak</a:t>
            </a:r>
            <a:r>
              <a:rPr lang="en-US" sz="1800" dirty="0">
                <a:ea typeface="SimSun-ExtG" panose="02010609060101010101" pitchFamily="49" charset="-122"/>
                <a:cs typeface="Times New Roman" panose="02020603050405020304" pitchFamily="18" charset="0"/>
              </a:rPr>
              <a:t> </a:t>
            </a:r>
            <a:r>
              <a:rPr lang="en-US" sz="1800" dirty="0" err="1">
                <a:ea typeface="SimSun-ExtG" panose="02010609060101010101" pitchFamily="49" charset="-122"/>
                <a:cs typeface="Times New Roman" panose="02020603050405020304" pitchFamily="18" charset="0"/>
              </a:rPr>
              <a:t>dibatasi</a:t>
            </a:r>
            <a:r>
              <a:rPr lang="en-US" sz="1800" dirty="0">
                <a:ea typeface="SimSun-ExtG" panose="02010609060101010101" pitchFamily="49" charset="-122"/>
                <a:cs typeface="Times New Roman" panose="02020603050405020304" pitchFamily="18" charset="0"/>
              </a:rPr>
              <a:t> </a:t>
            </a:r>
            <a:r>
              <a:rPr lang="en-US" sz="1800" dirty="0" err="1">
                <a:ea typeface="SimSun-ExtG" panose="02010609060101010101" pitchFamily="49" charset="-122"/>
                <a:cs typeface="Times New Roman" panose="02020603050405020304" pitchFamily="18" charset="0"/>
              </a:rPr>
              <a:t>oleh</a:t>
            </a:r>
            <a:r>
              <a:rPr lang="en-US" sz="1800" dirty="0">
                <a:ea typeface="SimSun-ExtG" panose="02010609060101010101" pitchFamily="49" charset="-122"/>
                <a:cs typeface="Times New Roman" panose="02020603050405020304" pitchFamily="18" charset="0"/>
              </a:rPr>
              <a:t> </a:t>
            </a:r>
            <a:r>
              <a:rPr lang="en-US" sz="1800" dirty="0" err="1">
                <a:ea typeface="SimSun-ExtG" panose="02010609060101010101" pitchFamily="49" charset="-122"/>
                <a:cs typeface="Times New Roman" panose="02020603050405020304" pitchFamily="18" charset="0"/>
              </a:rPr>
              <a:t>kolom</a:t>
            </a:r>
            <a:r>
              <a:rPr lang="en-US" sz="1800" dirty="0">
                <a:ea typeface="SimSun-ExtG" panose="02010609060101010101" pitchFamily="49" charset="-122"/>
                <a:cs typeface="Times New Roman" panose="02020603050405020304" pitchFamily="18" charset="0"/>
              </a:rPr>
              <a:t> </a:t>
            </a:r>
            <a:r>
              <a:rPr lang="en-US" sz="1800" dirty="0" err="1">
                <a:ea typeface="SimSun-ExtG" panose="02010609060101010101" pitchFamily="49" charset="-122"/>
                <a:cs typeface="Times New Roman" panose="02020603050405020304" pitchFamily="18" charset="0"/>
              </a:rPr>
              <a:t>dan</a:t>
            </a:r>
            <a:r>
              <a:rPr lang="en-US" sz="1800" dirty="0">
                <a:ea typeface="SimSun-ExtG" panose="02010609060101010101" pitchFamily="49" charset="-122"/>
                <a:cs typeface="Times New Roman" panose="02020603050405020304" pitchFamily="18" charset="0"/>
              </a:rPr>
              <a:t> </a:t>
            </a:r>
            <a:r>
              <a:rPr lang="en-US" sz="1800" dirty="0" err="1">
                <a:ea typeface="SimSun-ExtG" panose="02010609060101010101" pitchFamily="49" charset="-122"/>
                <a:cs typeface="Times New Roman" panose="02020603050405020304" pitchFamily="18" charset="0"/>
              </a:rPr>
              <a:t>baris</a:t>
            </a:r>
            <a:r>
              <a:rPr lang="en-US" sz="1800" dirty="0">
                <a:ea typeface="SimSun-ExtG" panose="02010609060101010101" pitchFamily="49" charset="-122"/>
                <a:cs typeface="Times New Roman" panose="02020603050405020304" pitchFamily="18" charset="0"/>
              </a:rPr>
              <a:t>, </a:t>
            </a:r>
            <a:r>
              <a:rPr lang="en-US" sz="1800" dirty="0" err="1">
                <a:ea typeface="SimSun-ExtG" panose="02010609060101010101" pitchFamily="49" charset="-122"/>
                <a:cs typeface="Times New Roman" panose="02020603050405020304" pitchFamily="18" charset="0"/>
              </a:rPr>
              <a:t>menjadikan</a:t>
            </a:r>
            <a:r>
              <a:rPr lang="en-US" sz="1800" dirty="0">
                <a:ea typeface="SimSun-ExtG" panose="02010609060101010101" pitchFamily="49" charset="-122"/>
                <a:cs typeface="Times New Roman" panose="02020603050405020304" pitchFamily="18" charset="0"/>
              </a:rPr>
              <a:t> </a:t>
            </a:r>
            <a:r>
              <a:rPr lang="en-US" sz="1800" dirty="0" err="1">
                <a:ea typeface="SimSun-ExtG" panose="02010609060101010101" pitchFamily="49" charset="-122"/>
                <a:cs typeface="Times New Roman" panose="02020603050405020304" pitchFamily="18" charset="0"/>
              </a:rPr>
              <a:t>lebih</a:t>
            </a:r>
            <a:r>
              <a:rPr lang="en-US" sz="1800" dirty="0">
                <a:ea typeface="SimSun-ExtG" panose="02010609060101010101" pitchFamily="49" charset="-122"/>
                <a:cs typeface="Times New Roman" panose="02020603050405020304" pitchFamily="18" charset="0"/>
              </a:rPr>
              <a:t> </a:t>
            </a:r>
            <a:r>
              <a:rPr lang="en-US" sz="1800" dirty="0" err="1">
                <a:ea typeface="SimSun-ExtG" panose="02010609060101010101" pitchFamily="49" charset="-122"/>
                <a:cs typeface="Times New Roman" panose="02020603050405020304" pitchFamily="18" charset="0"/>
              </a:rPr>
              <a:t>fleksibel</a:t>
            </a:r>
            <a:r>
              <a:rPr lang="en-US" sz="1800" dirty="0">
                <a:ea typeface="SimSun-ExtG" panose="02010609060101010101" pitchFamily="49" charset="-122"/>
                <a:cs typeface="Times New Roman" panose="02020603050405020304" pitchFamily="18" charset="0"/>
              </a:rPr>
              <a:t> </a:t>
            </a:r>
          </a:p>
          <a:p>
            <a:pPr marL="355600" indent="-355600" algn="just">
              <a:lnSpc>
                <a:spcPct val="150000"/>
              </a:lnSpc>
              <a:buFont typeface="Wingdings" panose="05000000000000000000" pitchFamily="2" charset="2"/>
              <a:buChar char="Ø"/>
            </a:pPr>
            <a:r>
              <a:rPr lang="en-US" sz="1800" dirty="0" err="1">
                <a:ea typeface="SimSun-ExtG" panose="02010609060101010101" pitchFamily="49" charset="-122"/>
                <a:cs typeface="Times New Roman" panose="02020603050405020304" pitchFamily="18" charset="0"/>
              </a:rPr>
              <a:t>Dapat</a:t>
            </a:r>
            <a:r>
              <a:rPr lang="en-US" sz="1800" dirty="0">
                <a:ea typeface="SimSun-ExtG" panose="02010609060101010101" pitchFamily="49" charset="-122"/>
                <a:cs typeface="Times New Roman" panose="02020603050405020304" pitchFamily="18" charset="0"/>
              </a:rPr>
              <a:t> </a:t>
            </a:r>
            <a:r>
              <a:rPr lang="en-US" sz="1800" dirty="0" err="1">
                <a:ea typeface="SimSun-ExtG" panose="02010609060101010101" pitchFamily="49" charset="-122"/>
                <a:cs typeface="Times New Roman" panose="02020603050405020304" pitchFamily="18" charset="0"/>
              </a:rPr>
              <a:t>jalan</a:t>
            </a:r>
            <a:r>
              <a:rPr lang="en-US" sz="1800" dirty="0">
                <a:ea typeface="SimSun-ExtG" panose="02010609060101010101" pitchFamily="49" charset="-122"/>
                <a:cs typeface="Times New Roman" panose="02020603050405020304" pitchFamily="18" charset="0"/>
              </a:rPr>
              <a:t> </a:t>
            </a:r>
            <a:r>
              <a:rPr lang="en-US" sz="1800" dirty="0" err="1">
                <a:ea typeface="SimSun-ExtG" panose="02010609060101010101" pitchFamily="49" charset="-122"/>
                <a:cs typeface="Times New Roman" panose="02020603050405020304" pitchFamily="18" charset="0"/>
              </a:rPr>
              <a:t>pada</a:t>
            </a:r>
            <a:r>
              <a:rPr lang="en-US" sz="1800" dirty="0">
                <a:ea typeface="SimSun-ExtG" panose="02010609060101010101" pitchFamily="49" charset="-122"/>
                <a:cs typeface="Times New Roman" panose="02020603050405020304" pitchFamily="18" charset="0"/>
              </a:rPr>
              <a:t> </a:t>
            </a:r>
            <a:r>
              <a:rPr lang="en-US" sz="1800" dirty="0" err="1">
                <a:ea typeface="SimSun-ExtG" panose="02010609060101010101" pitchFamily="49" charset="-122"/>
                <a:cs typeface="Times New Roman" panose="02020603050405020304" pitchFamily="18" charset="0"/>
              </a:rPr>
              <a:t>semua</a:t>
            </a:r>
            <a:r>
              <a:rPr lang="en-US" sz="1800" dirty="0">
                <a:ea typeface="SimSun-ExtG" panose="02010609060101010101" pitchFamily="49" charset="-122"/>
                <a:cs typeface="Times New Roman" panose="02020603050405020304" pitchFamily="18" charset="0"/>
              </a:rPr>
              <a:t> browser</a:t>
            </a:r>
          </a:p>
          <a:p>
            <a:pPr marL="0" indent="0" algn="just">
              <a:lnSpc>
                <a:spcPct val="150000"/>
              </a:lnSpc>
              <a:buFont typeface="Arial" panose="020B0604020202020204" pitchFamily="34" charset="0"/>
              <a:buNone/>
            </a:pPr>
            <a:r>
              <a:rPr lang="en-US" sz="1800" dirty="0" err="1">
                <a:ea typeface="SimSun-ExtG" panose="02010609060101010101" pitchFamily="49" charset="-122"/>
                <a:cs typeface="Times New Roman" panose="02020603050405020304" pitchFamily="18" charset="0"/>
              </a:rPr>
              <a:t>Dengan</a:t>
            </a:r>
            <a:r>
              <a:rPr lang="en-US" sz="1800" dirty="0">
                <a:ea typeface="SimSun-ExtG" panose="02010609060101010101" pitchFamily="49" charset="-122"/>
                <a:cs typeface="Times New Roman" panose="02020603050405020304" pitchFamily="18" charset="0"/>
              </a:rPr>
              <a:t> </a:t>
            </a:r>
            <a:r>
              <a:rPr lang="en-US" sz="1800" dirty="0" err="1">
                <a:ea typeface="SimSun-ExtG" panose="02010609060101010101" pitchFamily="49" charset="-122"/>
                <a:cs typeface="Times New Roman" panose="02020603050405020304" pitchFamily="18" charset="0"/>
              </a:rPr>
              <a:t>demikan</a:t>
            </a:r>
            <a:r>
              <a:rPr lang="en-US" sz="1800" dirty="0">
                <a:ea typeface="SimSun-ExtG" panose="02010609060101010101" pitchFamily="49" charset="-122"/>
                <a:cs typeface="Times New Roman" panose="02020603050405020304" pitchFamily="18" charset="0"/>
              </a:rPr>
              <a:t> </a:t>
            </a:r>
            <a:r>
              <a:rPr lang="en-US" sz="1800" dirty="0" err="1">
                <a:ea typeface="SimSun-ExtG" panose="02010609060101010101" pitchFamily="49" charset="-122"/>
                <a:cs typeface="Times New Roman" panose="02020603050405020304" pitchFamily="18" charset="0"/>
              </a:rPr>
              <a:t>pembuatan</a:t>
            </a:r>
            <a:r>
              <a:rPr lang="en-US" sz="1800" dirty="0">
                <a:ea typeface="SimSun-ExtG" panose="02010609060101010101" pitchFamily="49" charset="-122"/>
                <a:cs typeface="Times New Roman" panose="02020603050405020304" pitchFamily="18" charset="0"/>
              </a:rPr>
              <a:t> layout web </a:t>
            </a:r>
            <a:r>
              <a:rPr lang="en-US" sz="1800" dirty="0" err="1">
                <a:ea typeface="SimSun-ExtG" panose="02010609060101010101" pitchFamily="49" charset="-122"/>
                <a:cs typeface="Times New Roman" panose="02020603050405020304" pitchFamily="18" charset="0"/>
              </a:rPr>
              <a:t>dapat</a:t>
            </a:r>
            <a:r>
              <a:rPr lang="en-US" sz="1800" dirty="0">
                <a:ea typeface="SimSun-ExtG" panose="02010609060101010101" pitchFamily="49" charset="-122"/>
                <a:cs typeface="Times New Roman" panose="02020603050405020304" pitchFamily="18" charset="0"/>
              </a:rPr>
              <a:t> </a:t>
            </a:r>
            <a:r>
              <a:rPr lang="en-US" sz="1800" dirty="0" err="1">
                <a:ea typeface="SimSun-ExtG" panose="02010609060101010101" pitchFamily="49" charset="-122"/>
                <a:cs typeface="Times New Roman" panose="02020603050405020304" pitchFamily="18" charset="0"/>
              </a:rPr>
              <a:t>menggunakan</a:t>
            </a:r>
            <a:r>
              <a:rPr lang="en-US" sz="1800" dirty="0">
                <a:ea typeface="SimSun-ExtG" panose="02010609060101010101" pitchFamily="49" charset="-122"/>
                <a:cs typeface="Times New Roman" panose="02020603050405020304" pitchFamily="18" charset="0"/>
              </a:rPr>
              <a:t> tag </a:t>
            </a:r>
            <a:r>
              <a:rPr lang="en-US" sz="1800" dirty="0" err="1">
                <a:ea typeface="SimSun-ExtG" panose="02010609060101010101" pitchFamily="49" charset="-122"/>
                <a:cs typeface="Times New Roman" panose="02020603050405020304" pitchFamily="18" charset="0"/>
              </a:rPr>
              <a:t>Div</a:t>
            </a:r>
            <a:r>
              <a:rPr lang="en-US" sz="1800" dirty="0">
                <a:ea typeface="SimSun-ExtG" panose="02010609060101010101" pitchFamily="49" charset="-122"/>
                <a:cs typeface="Times New Roman" panose="02020603050405020304" pitchFamily="18" charset="0"/>
              </a:rPr>
              <a:t> </a:t>
            </a:r>
            <a:r>
              <a:rPr lang="en-US" sz="1800" dirty="0" err="1">
                <a:ea typeface="SimSun-ExtG" panose="02010609060101010101" pitchFamily="49" charset="-122"/>
                <a:cs typeface="Times New Roman" panose="02020603050405020304" pitchFamily="18" charset="0"/>
              </a:rPr>
              <a:t>dan</a:t>
            </a:r>
            <a:r>
              <a:rPr lang="en-US" sz="1800" dirty="0">
                <a:ea typeface="SimSun-ExtG" panose="02010609060101010101" pitchFamily="49" charset="-122"/>
                <a:cs typeface="Times New Roman" panose="02020603050405020304" pitchFamily="18" charset="0"/>
              </a:rPr>
              <a:t> </a:t>
            </a:r>
            <a:r>
              <a:rPr lang="en-US" sz="1800" dirty="0" err="1">
                <a:ea typeface="SimSun-ExtG" panose="02010609060101010101" pitchFamily="49" charset="-122"/>
                <a:cs typeface="Times New Roman" panose="02020603050405020304" pitchFamily="18" charset="0"/>
              </a:rPr>
              <a:t>menghilangkan</a:t>
            </a:r>
            <a:r>
              <a:rPr lang="en-US" sz="1800" dirty="0">
                <a:ea typeface="SimSun-ExtG" panose="02010609060101010101" pitchFamily="49" charset="-122"/>
                <a:cs typeface="Times New Roman" panose="02020603050405020304" pitchFamily="18" charset="0"/>
              </a:rPr>
              <a:t> </a:t>
            </a:r>
            <a:r>
              <a:rPr lang="id-ID" sz="1800" dirty="0">
                <a:ea typeface="SimSun-ExtG" panose="02010609060101010101" pitchFamily="49" charset="-122"/>
                <a:cs typeface="Times New Roman" panose="02020603050405020304" pitchFamily="18" charset="0"/>
              </a:rPr>
              <a:t>p</a:t>
            </a:r>
            <a:r>
              <a:rPr lang="en-US" sz="1800" dirty="0" err="1">
                <a:ea typeface="SimSun-ExtG" panose="02010609060101010101" pitchFamily="49" charset="-122"/>
                <a:cs typeface="Times New Roman" panose="02020603050405020304" pitchFamily="18" charset="0"/>
              </a:rPr>
              <a:t>enggunaan</a:t>
            </a:r>
            <a:r>
              <a:rPr lang="en-US" sz="1800" dirty="0">
                <a:ea typeface="SimSun-ExtG" panose="02010609060101010101" pitchFamily="49" charset="-122"/>
                <a:cs typeface="Times New Roman" panose="02020603050405020304" pitchFamily="18" charset="0"/>
              </a:rPr>
              <a:t> </a:t>
            </a:r>
            <a:r>
              <a:rPr lang="en-US" sz="1800" dirty="0" err="1">
                <a:ea typeface="SimSun-ExtG" panose="02010609060101010101" pitchFamily="49" charset="-122"/>
                <a:cs typeface="Times New Roman" panose="02020603050405020304" pitchFamily="18" charset="0"/>
              </a:rPr>
              <a:t>tabel</a:t>
            </a:r>
            <a:r>
              <a:rPr lang="en-US" sz="1800" dirty="0">
                <a:ea typeface="SimSun-ExtG" panose="02010609060101010101" pitchFamily="49" charset="-122"/>
                <a:cs typeface="Times New Roman" panose="02020603050405020304" pitchFamily="18" charset="0"/>
              </a:rPr>
              <a:t>.  </a:t>
            </a:r>
            <a:r>
              <a:rPr lang="en-US" sz="1800" dirty="0" err="1">
                <a:ea typeface="SimSun-ExtG" panose="02010609060101010101" pitchFamily="49" charset="-122"/>
                <a:cs typeface="Times New Roman" panose="02020603050405020304" pitchFamily="18" charset="0"/>
              </a:rPr>
              <a:t>Didalam</a:t>
            </a:r>
            <a:r>
              <a:rPr lang="en-US" sz="1800" dirty="0">
                <a:ea typeface="SimSun-ExtG" panose="02010609060101010101" pitchFamily="49" charset="-122"/>
                <a:cs typeface="Times New Roman" panose="02020603050405020304" pitchFamily="18" charset="0"/>
              </a:rPr>
              <a:t> tag div </a:t>
            </a:r>
            <a:r>
              <a:rPr lang="en-US" sz="1800" dirty="0" err="1">
                <a:ea typeface="SimSun-ExtG" panose="02010609060101010101" pitchFamily="49" charset="-122"/>
                <a:cs typeface="Times New Roman" panose="02020603050405020304" pitchFamily="18" charset="0"/>
              </a:rPr>
              <a:t>dapat</a:t>
            </a:r>
            <a:r>
              <a:rPr lang="en-US" sz="1800" dirty="0">
                <a:ea typeface="SimSun-ExtG" panose="02010609060101010101" pitchFamily="49" charset="-122"/>
                <a:cs typeface="Times New Roman" panose="02020603050405020304" pitchFamily="18" charset="0"/>
              </a:rPr>
              <a:t> </a:t>
            </a:r>
            <a:r>
              <a:rPr lang="en-US" sz="1800" dirty="0" err="1">
                <a:ea typeface="SimSun-ExtG" panose="02010609060101010101" pitchFamily="49" charset="-122"/>
                <a:cs typeface="Times New Roman" panose="02020603050405020304" pitchFamily="18" charset="0"/>
              </a:rPr>
              <a:t>memasukkan</a:t>
            </a:r>
            <a:r>
              <a:rPr lang="en-US" sz="1800" dirty="0">
                <a:ea typeface="SimSun-ExtG" panose="02010609060101010101" pitchFamily="49" charset="-122"/>
                <a:cs typeface="Times New Roman" panose="02020603050405020304" pitchFamily="18" charset="0"/>
              </a:rPr>
              <a:t> tag div </a:t>
            </a:r>
            <a:r>
              <a:rPr lang="en-US" sz="1800" dirty="0" err="1">
                <a:ea typeface="SimSun-ExtG" panose="02010609060101010101" pitchFamily="49" charset="-122"/>
                <a:cs typeface="Times New Roman" panose="02020603050405020304" pitchFamily="18" charset="0"/>
              </a:rPr>
              <a:t>lagi</a:t>
            </a:r>
            <a:r>
              <a:rPr lang="en-US" sz="1800" dirty="0">
                <a:ea typeface="SimSun-ExtG" panose="02010609060101010101" pitchFamily="49" charset="-122"/>
                <a:cs typeface="Times New Roman" panose="02020603050405020304" pitchFamily="18" charset="0"/>
              </a:rPr>
              <a:t>.</a:t>
            </a:r>
          </a:p>
        </p:txBody>
      </p:sp>
    </p:spTree>
    <p:extLst>
      <p:ext uri="{BB962C8B-B14F-4D97-AF65-F5344CB8AC3E}">
        <p14:creationId xmlns:p14="http://schemas.microsoft.com/office/powerpoint/2010/main" val="390466239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0" y="764769"/>
            <a:ext cx="2407920" cy="646331"/>
          </a:xfrm>
          <a:prstGeom prst="rect">
            <a:avLst/>
          </a:prstGeom>
        </p:spPr>
        <p:txBody>
          <a:bodyPr wrap="square">
            <a:spAutoFit/>
          </a:bodyPr>
          <a:lstStyle/>
          <a:p>
            <a:r>
              <a:rPr lang="id-ID" dirty="0"/>
              <a:t>simpan dengan nama :</a:t>
            </a:r>
            <a:r>
              <a:rPr lang="id-ID" b="1" dirty="0"/>
              <a:t> </a:t>
            </a:r>
            <a:br>
              <a:rPr lang="en-US" b="1" dirty="0"/>
            </a:br>
            <a:r>
              <a:rPr lang="id-ID" b="1" dirty="0"/>
              <a:t>layout.</a:t>
            </a:r>
            <a:r>
              <a:rPr lang="en-US" b="1" dirty="0"/>
              <a:t>html</a:t>
            </a:r>
            <a:endParaRPr lang="id-ID" b="1" dirty="0"/>
          </a:p>
        </p:txBody>
      </p:sp>
      <p:sp>
        <p:nvSpPr>
          <p:cNvPr id="4" name="Rectangle 3"/>
          <p:cNvSpPr/>
          <p:nvPr/>
        </p:nvSpPr>
        <p:spPr>
          <a:xfrm>
            <a:off x="2946400" y="764769"/>
            <a:ext cx="7884160" cy="5909310"/>
          </a:xfrm>
          <a:prstGeom prst="rect">
            <a:avLst/>
          </a:prstGeom>
          <a:solidFill>
            <a:schemeClr val="bg1"/>
          </a:solidFill>
          <a:ln>
            <a:solidFill>
              <a:schemeClr val="accent1"/>
            </a:solidFill>
          </a:ln>
        </p:spPr>
        <p:txBody>
          <a:bodyPr wrap="square">
            <a:spAutoFit/>
          </a:bodyPr>
          <a:lstStyle/>
          <a:p>
            <a:r>
              <a:rPr lang="id-ID" b="1" dirty="0"/>
              <a:t>&lt;html&gt; </a:t>
            </a:r>
          </a:p>
          <a:p>
            <a:r>
              <a:rPr lang="id-ID" b="1" dirty="0"/>
              <a:t>&lt;head&gt; &lt;title&gt;</a:t>
            </a:r>
            <a:r>
              <a:rPr lang="id-ID" dirty="0"/>
              <a:t>Layout </a:t>
            </a:r>
            <a:r>
              <a:rPr lang="en-US" dirty="0" err="1"/>
              <a:t>Div</a:t>
            </a:r>
            <a:r>
              <a:rPr lang="en-US" dirty="0"/>
              <a:t> </a:t>
            </a:r>
            <a:r>
              <a:rPr lang="id-ID" dirty="0"/>
              <a:t>CSS</a:t>
            </a:r>
            <a:r>
              <a:rPr lang="id-ID" b="1" dirty="0"/>
              <a:t>&lt;/title&gt;</a:t>
            </a:r>
          </a:p>
          <a:p>
            <a:r>
              <a:rPr lang="id-ID" b="1" dirty="0"/>
              <a:t>&lt;style type="text/css"&gt; </a:t>
            </a:r>
          </a:p>
          <a:p>
            <a:r>
              <a:rPr lang="id-ID" b="1" dirty="0"/>
              <a:t>body</a:t>
            </a:r>
            <a:r>
              <a:rPr lang="id-ID" dirty="0"/>
              <a:t> { </a:t>
            </a:r>
          </a:p>
          <a:p>
            <a:r>
              <a:rPr lang="id-ID" dirty="0"/>
              <a:t>background:#5d9ab2 url('myflower.gif') repeat-y left; </a:t>
            </a:r>
          </a:p>
          <a:p>
            <a:r>
              <a:rPr lang="id-ID" dirty="0"/>
              <a:t>background-attachment:fixed; </a:t>
            </a:r>
          </a:p>
          <a:p>
            <a:r>
              <a:rPr lang="id-ID" dirty="0"/>
              <a:t>margin-left:100px; </a:t>
            </a:r>
          </a:p>
          <a:p>
            <a:r>
              <a:rPr lang="id-ID" dirty="0"/>
              <a:t>margin-top :50px; </a:t>
            </a:r>
          </a:p>
          <a:p>
            <a:r>
              <a:rPr lang="id-ID" dirty="0"/>
              <a:t>margin-right : 50px; </a:t>
            </a:r>
          </a:p>
          <a:p>
            <a:r>
              <a:rPr lang="id-ID" dirty="0"/>
              <a:t>} </a:t>
            </a:r>
          </a:p>
          <a:p>
            <a:r>
              <a:rPr lang="id-ID" b="1" dirty="0"/>
              <a:t>h1</a:t>
            </a:r>
            <a:r>
              <a:rPr lang="id-ID" dirty="0"/>
              <a:t>{ background-color:#6495ed; } </a:t>
            </a:r>
          </a:p>
          <a:p>
            <a:r>
              <a:rPr lang="id-ID" b="1" dirty="0"/>
              <a:t>p</a:t>
            </a:r>
            <a:r>
              <a:rPr lang="id-ID" dirty="0"/>
              <a:t> { background-color:#e0ffff; } </a:t>
            </a:r>
          </a:p>
          <a:p>
            <a:r>
              <a:rPr lang="id-ID" b="1" dirty="0"/>
              <a:t>div</a:t>
            </a:r>
            <a:r>
              <a:rPr lang="id-ID" dirty="0"/>
              <a:t> { </a:t>
            </a:r>
          </a:p>
          <a:p>
            <a:r>
              <a:rPr lang="id-ID" dirty="0"/>
              <a:t>border :7px solid gray; </a:t>
            </a:r>
          </a:p>
          <a:p>
            <a:r>
              <a:rPr lang="id-ID" dirty="0"/>
              <a:t>padding : 3px; </a:t>
            </a:r>
          </a:p>
          <a:p>
            <a:r>
              <a:rPr lang="id-ID" dirty="0"/>
              <a:t>background-color:#b0c4de; </a:t>
            </a:r>
          </a:p>
          <a:p>
            <a:r>
              <a:rPr lang="id-ID" dirty="0"/>
              <a:t>color: purple; </a:t>
            </a:r>
          </a:p>
          <a:p>
            <a:r>
              <a:rPr lang="id-ID" dirty="0"/>
              <a:t>font-size: 18pt; </a:t>
            </a:r>
          </a:p>
          <a:p>
            <a:r>
              <a:rPr lang="id-ID" dirty="0"/>
              <a:t>text-align: justify; </a:t>
            </a:r>
          </a:p>
          <a:p>
            <a:r>
              <a:rPr lang="id-ID" dirty="0"/>
              <a:t>line-height:1.5; </a:t>
            </a:r>
          </a:p>
          <a:p>
            <a:r>
              <a:rPr lang="id-ID" dirty="0"/>
              <a:t>} </a:t>
            </a:r>
            <a:endParaRPr lang="id-ID" dirty="0">
              <a:solidFill>
                <a:srgbClr val="000000"/>
              </a:solidFill>
            </a:endParaRPr>
          </a:p>
        </p:txBody>
      </p:sp>
      <p:sp>
        <p:nvSpPr>
          <p:cNvPr id="5" name="Title 1">
            <a:extLst>
              <a:ext uri="{FF2B5EF4-FFF2-40B4-BE49-F238E27FC236}">
                <a16:creationId xmlns:a16="http://schemas.microsoft.com/office/drawing/2014/main" id="{EAD104B6-88FE-446A-B959-EA8713E4D71C}"/>
              </a:ext>
            </a:extLst>
          </p:cNvPr>
          <p:cNvSpPr>
            <a:spLocks noGrp="1"/>
          </p:cNvSpPr>
          <p:nvPr>
            <p:ph type="title"/>
          </p:nvPr>
        </p:nvSpPr>
        <p:spPr>
          <a:xfrm>
            <a:off x="106924" y="151532"/>
            <a:ext cx="4682692" cy="428387"/>
          </a:xfrm>
        </p:spPr>
        <p:txBody>
          <a:bodyPr vert="horz" wrap="none" lIns="91440" tIns="45720" rIns="91440" bIns="45720" rtlCol="0" anchor="ctr">
            <a:spAutoFit/>
          </a:bodyPr>
          <a:lstStyle/>
          <a:p>
            <a:r>
              <a:rPr lang="en-US" sz="2400" dirty="0" err="1">
                <a:effectLst>
                  <a:outerShdw blurRad="38100" dist="38100" dir="2700000" algn="tl">
                    <a:srgbClr val="000000">
                      <a:alpha val="43137"/>
                    </a:srgbClr>
                  </a:outerShdw>
                </a:effectLst>
                <a:latin typeface="Adobe Ming Std L" pitchFamily="18" charset="-128"/>
                <a:ea typeface="Adobe Ming Std L" pitchFamily="18" charset="-128"/>
                <a:cs typeface="+mn-cs"/>
              </a:rPr>
              <a:t>Latihan</a:t>
            </a:r>
            <a:r>
              <a:rPr lang="en-US" sz="2400" dirty="0">
                <a:effectLst>
                  <a:outerShdw blurRad="38100" dist="38100" dir="2700000" algn="tl">
                    <a:srgbClr val="000000">
                      <a:alpha val="43137"/>
                    </a:srgbClr>
                  </a:outerShdw>
                </a:effectLst>
                <a:latin typeface="Adobe Ming Std L" pitchFamily="18" charset="-128"/>
                <a:ea typeface="Adobe Ming Std L" pitchFamily="18" charset="-128"/>
                <a:cs typeface="+mn-cs"/>
              </a:rPr>
              <a:t> Layout </a:t>
            </a:r>
            <a:r>
              <a:rPr lang="en-US" sz="2400" dirty="0" err="1">
                <a:effectLst>
                  <a:outerShdw blurRad="38100" dist="38100" dir="2700000" algn="tl">
                    <a:srgbClr val="000000">
                      <a:alpha val="43137"/>
                    </a:srgbClr>
                  </a:outerShdw>
                </a:effectLst>
                <a:latin typeface="Adobe Ming Std L" pitchFamily="18" charset="-128"/>
                <a:ea typeface="Adobe Ming Std L" pitchFamily="18" charset="-128"/>
                <a:cs typeface="+mn-cs"/>
              </a:rPr>
              <a:t>Div</a:t>
            </a:r>
            <a:r>
              <a:rPr lang="en-US" sz="2400" dirty="0">
                <a:effectLst>
                  <a:outerShdw blurRad="38100" dist="38100" dir="2700000" algn="tl">
                    <a:srgbClr val="000000">
                      <a:alpha val="43137"/>
                    </a:srgbClr>
                  </a:outerShdw>
                </a:effectLst>
                <a:latin typeface="Adobe Ming Std L" pitchFamily="18" charset="-128"/>
                <a:ea typeface="Adobe Ming Std L" pitchFamily="18" charset="-128"/>
                <a:cs typeface="+mn-cs"/>
              </a:rPr>
              <a:t> </a:t>
            </a:r>
            <a:r>
              <a:rPr lang="en-US" sz="2400" dirty="0" err="1">
                <a:effectLst>
                  <a:outerShdw blurRad="38100" dist="38100" dir="2700000" algn="tl">
                    <a:srgbClr val="000000">
                      <a:alpha val="43137"/>
                    </a:srgbClr>
                  </a:outerShdw>
                </a:effectLst>
                <a:latin typeface="Adobe Ming Std L" pitchFamily="18" charset="-128"/>
                <a:ea typeface="Adobe Ming Std L" pitchFamily="18" charset="-128"/>
                <a:cs typeface="+mn-cs"/>
              </a:rPr>
              <a:t>dengan</a:t>
            </a:r>
            <a:r>
              <a:rPr lang="en-US" sz="2400" dirty="0">
                <a:effectLst>
                  <a:outerShdw blurRad="38100" dist="38100" dir="2700000" algn="tl">
                    <a:srgbClr val="000000">
                      <a:alpha val="43137"/>
                    </a:srgbClr>
                  </a:outerShdw>
                </a:effectLst>
                <a:latin typeface="Adobe Ming Std L" pitchFamily="18" charset="-128"/>
                <a:ea typeface="Adobe Ming Std L" pitchFamily="18" charset="-128"/>
                <a:cs typeface="+mn-cs"/>
              </a:rPr>
              <a:t> CSS</a:t>
            </a:r>
          </a:p>
        </p:txBody>
      </p:sp>
    </p:spTree>
    <p:extLst>
      <p:ext uri="{BB962C8B-B14F-4D97-AF65-F5344CB8AC3E}">
        <p14:creationId xmlns:p14="http://schemas.microsoft.com/office/powerpoint/2010/main" val="377761807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132080" y="181957"/>
            <a:ext cx="11765280" cy="6524863"/>
          </a:xfrm>
          <a:prstGeom prst="rect">
            <a:avLst/>
          </a:prstGeom>
          <a:solidFill>
            <a:schemeClr val="bg1"/>
          </a:solidFill>
          <a:ln>
            <a:solidFill>
              <a:schemeClr val="accent1"/>
            </a:solidFill>
          </a:ln>
        </p:spPr>
        <p:txBody>
          <a:bodyPr wrap="square">
            <a:spAutoFit/>
          </a:bodyPr>
          <a:lstStyle/>
          <a:p>
            <a:r>
              <a:rPr lang="en-US" sz="1900" dirty="0">
                <a:solidFill>
                  <a:srgbClr val="000000"/>
                </a:solidFill>
              </a:rPr>
              <a:t>a {text-decoration :none ;}  	</a:t>
            </a:r>
            <a:r>
              <a:rPr lang="en-US" sz="1900" b="1" dirty="0">
                <a:solidFill>
                  <a:schemeClr val="bg1">
                    <a:lumMod val="50000"/>
                  </a:schemeClr>
                </a:solidFill>
              </a:rPr>
              <a:t>/* </a:t>
            </a:r>
            <a:r>
              <a:rPr lang="en-US" sz="1900" b="1" dirty="0" err="1">
                <a:solidFill>
                  <a:schemeClr val="bg1">
                    <a:lumMod val="50000"/>
                  </a:schemeClr>
                </a:solidFill>
              </a:rPr>
              <a:t>menghilangkan</a:t>
            </a:r>
            <a:r>
              <a:rPr lang="en-US" sz="1900" b="1" dirty="0">
                <a:solidFill>
                  <a:schemeClr val="bg1">
                    <a:lumMod val="50000"/>
                  </a:schemeClr>
                </a:solidFill>
              </a:rPr>
              <a:t> </a:t>
            </a:r>
            <a:r>
              <a:rPr lang="en-US" sz="1900" b="1" dirty="0" err="1">
                <a:solidFill>
                  <a:schemeClr val="bg1">
                    <a:lumMod val="50000"/>
                  </a:schemeClr>
                </a:solidFill>
              </a:rPr>
              <a:t>garis</a:t>
            </a:r>
            <a:r>
              <a:rPr lang="en-US" sz="1900" b="1" dirty="0">
                <a:solidFill>
                  <a:schemeClr val="bg1">
                    <a:lumMod val="50000"/>
                  </a:schemeClr>
                </a:solidFill>
              </a:rPr>
              <a:t> </a:t>
            </a:r>
            <a:r>
              <a:rPr lang="en-US" sz="1900" b="1" dirty="0" err="1">
                <a:solidFill>
                  <a:schemeClr val="bg1">
                    <a:lumMod val="50000"/>
                  </a:schemeClr>
                </a:solidFill>
              </a:rPr>
              <a:t>bawah</a:t>
            </a:r>
            <a:r>
              <a:rPr lang="en-US" sz="1900" b="1" dirty="0">
                <a:solidFill>
                  <a:schemeClr val="bg1">
                    <a:lumMod val="50000"/>
                  </a:schemeClr>
                </a:solidFill>
              </a:rPr>
              <a:t> */ </a:t>
            </a:r>
          </a:p>
          <a:p>
            <a:r>
              <a:rPr lang="en-US" sz="1900" dirty="0">
                <a:solidFill>
                  <a:srgbClr val="000000"/>
                </a:solidFill>
              </a:rPr>
              <a:t>a:link {color:#FF0000;}	</a:t>
            </a:r>
            <a:r>
              <a:rPr lang="en-US" sz="1900" b="1" dirty="0">
                <a:solidFill>
                  <a:schemeClr val="bg1">
                    <a:lumMod val="50000"/>
                  </a:schemeClr>
                </a:solidFill>
              </a:rPr>
              <a:t>/* link </a:t>
            </a:r>
            <a:r>
              <a:rPr lang="en-US" sz="1900" b="1" dirty="0" err="1">
                <a:solidFill>
                  <a:schemeClr val="bg1">
                    <a:lumMod val="50000"/>
                  </a:schemeClr>
                </a:solidFill>
              </a:rPr>
              <a:t>belum</a:t>
            </a:r>
            <a:r>
              <a:rPr lang="en-US" sz="1900" b="1" dirty="0">
                <a:solidFill>
                  <a:schemeClr val="bg1">
                    <a:lumMod val="50000"/>
                  </a:schemeClr>
                </a:solidFill>
              </a:rPr>
              <a:t> </a:t>
            </a:r>
            <a:r>
              <a:rPr lang="en-US" sz="1900" b="1" dirty="0" err="1">
                <a:solidFill>
                  <a:schemeClr val="bg1">
                    <a:lumMod val="50000"/>
                  </a:schemeClr>
                </a:solidFill>
              </a:rPr>
              <a:t>dikunjungi</a:t>
            </a:r>
            <a:r>
              <a:rPr lang="en-US" sz="1900" b="1" dirty="0">
                <a:solidFill>
                  <a:schemeClr val="bg1">
                    <a:lumMod val="50000"/>
                  </a:schemeClr>
                </a:solidFill>
              </a:rPr>
              <a:t> #FF0000=</a:t>
            </a:r>
            <a:r>
              <a:rPr lang="en-US" sz="1900" b="1" dirty="0" err="1">
                <a:solidFill>
                  <a:schemeClr val="bg1">
                    <a:lumMod val="50000"/>
                  </a:schemeClr>
                </a:solidFill>
              </a:rPr>
              <a:t>hijau</a:t>
            </a:r>
            <a:r>
              <a:rPr lang="en-US" sz="1900" b="1" dirty="0">
                <a:solidFill>
                  <a:schemeClr val="bg1">
                    <a:lumMod val="50000"/>
                  </a:schemeClr>
                </a:solidFill>
              </a:rPr>
              <a:t>*/ </a:t>
            </a:r>
          </a:p>
          <a:p>
            <a:r>
              <a:rPr lang="en-US" sz="1900" dirty="0">
                <a:solidFill>
                  <a:srgbClr val="000000"/>
                </a:solidFill>
              </a:rPr>
              <a:t>a:visited {color:#00FF00;}  	</a:t>
            </a:r>
            <a:r>
              <a:rPr lang="en-US" sz="1900" b="1" dirty="0">
                <a:solidFill>
                  <a:schemeClr val="bg1">
                    <a:lumMod val="50000"/>
                  </a:schemeClr>
                </a:solidFill>
              </a:rPr>
              <a:t>/* link </a:t>
            </a:r>
            <a:r>
              <a:rPr lang="en-US" sz="1900" b="1" dirty="0" err="1">
                <a:solidFill>
                  <a:schemeClr val="bg1">
                    <a:lumMod val="50000"/>
                  </a:schemeClr>
                </a:solidFill>
              </a:rPr>
              <a:t>telah</a:t>
            </a:r>
            <a:r>
              <a:rPr lang="en-US" sz="1900" b="1" dirty="0">
                <a:solidFill>
                  <a:schemeClr val="bg1">
                    <a:lumMod val="50000"/>
                  </a:schemeClr>
                </a:solidFill>
              </a:rPr>
              <a:t> </a:t>
            </a:r>
            <a:r>
              <a:rPr lang="en-US" sz="1900" b="1" dirty="0" err="1">
                <a:solidFill>
                  <a:schemeClr val="bg1">
                    <a:lumMod val="50000"/>
                  </a:schemeClr>
                </a:solidFill>
              </a:rPr>
              <a:t>dikunjungi</a:t>
            </a:r>
            <a:r>
              <a:rPr lang="en-US" sz="1900" b="1" dirty="0">
                <a:solidFill>
                  <a:schemeClr val="bg1">
                    <a:lumMod val="50000"/>
                  </a:schemeClr>
                </a:solidFill>
              </a:rPr>
              <a:t> */ </a:t>
            </a:r>
          </a:p>
          <a:p>
            <a:r>
              <a:rPr lang="en-US" sz="1900" dirty="0">
                <a:solidFill>
                  <a:srgbClr val="000000"/>
                </a:solidFill>
              </a:rPr>
              <a:t>a:hover {color:#FF00FF;}   	</a:t>
            </a:r>
            <a:r>
              <a:rPr lang="en-US" sz="1900" b="1" dirty="0">
                <a:solidFill>
                  <a:schemeClr val="bg1">
                    <a:lumMod val="50000"/>
                  </a:schemeClr>
                </a:solidFill>
              </a:rPr>
              <a:t>/* </a:t>
            </a:r>
            <a:r>
              <a:rPr lang="en-US" sz="1900" b="1" dirty="0" err="1">
                <a:solidFill>
                  <a:schemeClr val="bg1">
                    <a:lumMod val="50000"/>
                  </a:schemeClr>
                </a:solidFill>
              </a:rPr>
              <a:t>ketika</a:t>
            </a:r>
            <a:r>
              <a:rPr lang="en-US" sz="1900" b="1" dirty="0">
                <a:solidFill>
                  <a:schemeClr val="bg1">
                    <a:lumMod val="50000"/>
                  </a:schemeClr>
                </a:solidFill>
              </a:rPr>
              <a:t> mouse </a:t>
            </a:r>
            <a:r>
              <a:rPr lang="en-US" sz="1900" b="1" dirty="0" err="1">
                <a:solidFill>
                  <a:schemeClr val="bg1">
                    <a:lumMod val="50000"/>
                  </a:schemeClr>
                </a:solidFill>
              </a:rPr>
              <a:t>diletakkan</a:t>
            </a:r>
            <a:r>
              <a:rPr lang="en-US" sz="1900" b="1" dirty="0">
                <a:solidFill>
                  <a:schemeClr val="bg1">
                    <a:lumMod val="50000"/>
                  </a:schemeClr>
                </a:solidFill>
              </a:rPr>
              <a:t> </a:t>
            </a:r>
            <a:r>
              <a:rPr lang="en-US" sz="1900" b="1" dirty="0" err="1">
                <a:solidFill>
                  <a:schemeClr val="bg1">
                    <a:lumMod val="50000"/>
                  </a:schemeClr>
                </a:solidFill>
              </a:rPr>
              <a:t>diatas</a:t>
            </a:r>
            <a:r>
              <a:rPr lang="en-US" sz="1900" b="1" dirty="0">
                <a:solidFill>
                  <a:schemeClr val="bg1">
                    <a:lumMod val="50000"/>
                  </a:schemeClr>
                </a:solidFill>
              </a:rPr>
              <a:t> link */ </a:t>
            </a:r>
          </a:p>
          <a:p>
            <a:r>
              <a:rPr lang="en-US" sz="1900" dirty="0">
                <a:solidFill>
                  <a:srgbClr val="000000"/>
                </a:solidFill>
              </a:rPr>
              <a:t>a:active {color:#0000FF;}  	</a:t>
            </a:r>
            <a:r>
              <a:rPr lang="en-US" sz="1900" b="1" dirty="0">
                <a:solidFill>
                  <a:schemeClr val="bg1">
                    <a:lumMod val="50000"/>
                  </a:schemeClr>
                </a:solidFill>
              </a:rPr>
              <a:t>/* link </a:t>
            </a:r>
            <a:r>
              <a:rPr lang="en-US" sz="1900" b="1" dirty="0" err="1">
                <a:solidFill>
                  <a:schemeClr val="bg1">
                    <a:lumMod val="50000"/>
                  </a:schemeClr>
                </a:solidFill>
              </a:rPr>
              <a:t>saat</a:t>
            </a:r>
            <a:r>
              <a:rPr lang="en-US" sz="1900" b="1" dirty="0">
                <a:solidFill>
                  <a:schemeClr val="bg1">
                    <a:lumMod val="50000"/>
                  </a:schemeClr>
                </a:solidFill>
              </a:rPr>
              <a:t> di </a:t>
            </a:r>
            <a:r>
              <a:rPr lang="en-US" sz="1900" b="1" dirty="0" err="1">
                <a:solidFill>
                  <a:schemeClr val="bg1">
                    <a:lumMod val="50000"/>
                  </a:schemeClr>
                </a:solidFill>
              </a:rPr>
              <a:t>klik</a:t>
            </a:r>
            <a:r>
              <a:rPr lang="en-US" sz="1900" b="1" dirty="0">
                <a:solidFill>
                  <a:schemeClr val="bg1">
                    <a:lumMod val="50000"/>
                  </a:schemeClr>
                </a:solidFill>
              </a:rPr>
              <a:t> */ </a:t>
            </a:r>
          </a:p>
          <a:p>
            <a:r>
              <a:rPr lang="en-US" sz="1900" b="1" dirty="0">
                <a:solidFill>
                  <a:srgbClr val="000000"/>
                </a:solidFill>
              </a:rPr>
              <a:t>&lt;/style&gt;</a:t>
            </a:r>
          </a:p>
          <a:p>
            <a:r>
              <a:rPr lang="en-US" sz="1900" b="1" dirty="0">
                <a:solidFill>
                  <a:srgbClr val="000000"/>
                </a:solidFill>
              </a:rPr>
              <a:t>&lt;/head&gt;</a:t>
            </a:r>
          </a:p>
          <a:p>
            <a:r>
              <a:rPr lang="en-US" sz="1900" b="1" dirty="0">
                <a:solidFill>
                  <a:srgbClr val="000000"/>
                </a:solidFill>
              </a:rPr>
              <a:t>&lt;body&gt;</a:t>
            </a:r>
          </a:p>
          <a:p>
            <a:r>
              <a:rPr lang="en-US" sz="1900" b="1" dirty="0">
                <a:solidFill>
                  <a:srgbClr val="000000"/>
                </a:solidFill>
              </a:rPr>
              <a:t>&lt;h1&gt;</a:t>
            </a:r>
            <a:r>
              <a:rPr lang="en-US" sz="1900" dirty="0" err="1">
                <a:solidFill>
                  <a:srgbClr val="000000"/>
                </a:solidFill>
              </a:rPr>
              <a:t>Contoh</a:t>
            </a:r>
            <a:r>
              <a:rPr lang="en-US" sz="1900" dirty="0">
                <a:solidFill>
                  <a:srgbClr val="000000"/>
                </a:solidFill>
              </a:rPr>
              <a:t> </a:t>
            </a:r>
            <a:r>
              <a:rPr lang="en-US" sz="1900" dirty="0" err="1">
                <a:solidFill>
                  <a:srgbClr val="000000"/>
                </a:solidFill>
              </a:rPr>
              <a:t>Penggunaan</a:t>
            </a:r>
            <a:r>
              <a:rPr lang="en-US" sz="1900" dirty="0">
                <a:solidFill>
                  <a:srgbClr val="000000"/>
                </a:solidFill>
              </a:rPr>
              <a:t> </a:t>
            </a:r>
            <a:r>
              <a:rPr lang="en-US" sz="1900" dirty="0" err="1">
                <a:solidFill>
                  <a:srgbClr val="000000"/>
                </a:solidFill>
              </a:rPr>
              <a:t>Warna</a:t>
            </a:r>
            <a:r>
              <a:rPr lang="en-US" sz="1900" dirty="0">
                <a:solidFill>
                  <a:srgbClr val="000000"/>
                </a:solidFill>
              </a:rPr>
              <a:t> </a:t>
            </a:r>
            <a:r>
              <a:rPr lang="en-US" sz="1900" dirty="0" err="1">
                <a:solidFill>
                  <a:srgbClr val="000000"/>
                </a:solidFill>
              </a:rPr>
              <a:t>Latar</a:t>
            </a:r>
            <a:r>
              <a:rPr lang="en-US" sz="1900" dirty="0">
                <a:solidFill>
                  <a:srgbClr val="000000"/>
                </a:solidFill>
              </a:rPr>
              <a:t> </a:t>
            </a:r>
            <a:r>
              <a:rPr lang="en-US" sz="1900" dirty="0" err="1">
                <a:solidFill>
                  <a:srgbClr val="000000"/>
                </a:solidFill>
              </a:rPr>
              <a:t>Belakang</a:t>
            </a:r>
            <a:r>
              <a:rPr lang="en-US" sz="1900" dirty="0">
                <a:solidFill>
                  <a:srgbClr val="000000"/>
                </a:solidFill>
              </a:rPr>
              <a:t> </a:t>
            </a:r>
            <a:r>
              <a:rPr lang="en-US" sz="1900" dirty="0" err="1">
                <a:solidFill>
                  <a:srgbClr val="000000"/>
                </a:solidFill>
              </a:rPr>
              <a:t>dalam</a:t>
            </a:r>
            <a:r>
              <a:rPr lang="en-US" sz="1900" dirty="0">
                <a:solidFill>
                  <a:srgbClr val="000000"/>
                </a:solidFill>
              </a:rPr>
              <a:t> CSS</a:t>
            </a:r>
            <a:r>
              <a:rPr lang="en-US" sz="1900" b="1" dirty="0">
                <a:solidFill>
                  <a:srgbClr val="000000"/>
                </a:solidFill>
              </a:rPr>
              <a:t>&lt;/h1&gt;</a:t>
            </a:r>
          </a:p>
          <a:p>
            <a:r>
              <a:rPr lang="en-US" sz="1900" b="1" dirty="0">
                <a:solidFill>
                  <a:srgbClr val="000000"/>
                </a:solidFill>
              </a:rPr>
              <a:t>&lt;div&gt; </a:t>
            </a:r>
          </a:p>
          <a:p>
            <a:r>
              <a:rPr lang="en-US" sz="1900" dirty="0" err="1">
                <a:solidFill>
                  <a:srgbClr val="000000"/>
                </a:solidFill>
              </a:rPr>
              <a:t>Ini</a:t>
            </a:r>
            <a:r>
              <a:rPr lang="en-US" sz="1900" dirty="0">
                <a:solidFill>
                  <a:srgbClr val="000000"/>
                </a:solidFill>
              </a:rPr>
              <a:t> </a:t>
            </a:r>
            <a:r>
              <a:rPr lang="en-US" sz="1900" dirty="0" err="1">
                <a:solidFill>
                  <a:srgbClr val="000000"/>
                </a:solidFill>
              </a:rPr>
              <a:t>adalah</a:t>
            </a:r>
            <a:r>
              <a:rPr lang="en-US" sz="1900" dirty="0">
                <a:solidFill>
                  <a:srgbClr val="000000"/>
                </a:solidFill>
              </a:rPr>
              <a:t> Text </a:t>
            </a:r>
            <a:r>
              <a:rPr lang="en-US" sz="1900" dirty="0" err="1">
                <a:solidFill>
                  <a:srgbClr val="000000"/>
                </a:solidFill>
              </a:rPr>
              <a:t>dalam</a:t>
            </a:r>
            <a:r>
              <a:rPr lang="en-US" sz="1900" dirty="0">
                <a:solidFill>
                  <a:srgbClr val="000000"/>
                </a:solidFill>
              </a:rPr>
              <a:t> </a:t>
            </a:r>
            <a:r>
              <a:rPr lang="en-US" sz="1900" dirty="0" err="1">
                <a:solidFill>
                  <a:srgbClr val="000000"/>
                </a:solidFill>
              </a:rPr>
              <a:t>elemen</a:t>
            </a:r>
            <a:r>
              <a:rPr lang="en-US" sz="1900" dirty="0">
                <a:solidFill>
                  <a:srgbClr val="000000"/>
                </a:solidFill>
              </a:rPr>
              <a:t> div.</a:t>
            </a:r>
          </a:p>
          <a:p>
            <a:r>
              <a:rPr lang="en-US" sz="1900" b="1" dirty="0">
                <a:solidFill>
                  <a:srgbClr val="000000"/>
                </a:solidFill>
              </a:rPr>
              <a:t>&lt;p&gt;</a:t>
            </a:r>
            <a:r>
              <a:rPr lang="en-US" sz="1900" dirty="0">
                <a:solidFill>
                  <a:srgbClr val="000000"/>
                </a:solidFill>
              </a:rPr>
              <a:t>Paragraph </a:t>
            </a:r>
            <a:r>
              <a:rPr lang="en-US" sz="1900" dirty="0" err="1">
                <a:solidFill>
                  <a:srgbClr val="000000"/>
                </a:solidFill>
              </a:rPr>
              <a:t>ini</a:t>
            </a:r>
            <a:r>
              <a:rPr lang="en-US" sz="1900" dirty="0">
                <a:solidFill>
                  <a:srgbClr val="000000"/>
                </a:solidFill>
              </a:rPr>
              <a:t> </a:t>
            </a:r>
            <a:r>
              <a:rPr lang="en-US" sz="1900" dirty="0" err="1">
                <a:solidFill>
                  <a:srgbClr val="000000"/>
                </a:solidFill>
              </a:rPr>
              <a:t>mempunyai</a:t>
            </a:r>
            <a:r>
              <a:rPr lang="en-US" sz="1900" dirty="0">
                <a:solidFill>
                  <a:srgbClr val="000000"/>
                </a:solidFill>
              </a:rPr>
              <a:t> </a:t>
            </a:r>
            <a:r>
              <a:rPr lang="en-US" sz="1900" dirty="0" err="1">
                <a:solidFill>
                  <a:srgbClr val="000000"/>
                </a:solidFill>
              </a:rPr>
              <a:t>warna</a:t>
            </a:r>
            <a:r>
              <a:rPr lang="en-US" sz="1900" dirty="0">
                <a:solidFill>
                  <a:srgbClr val="000000"/>
                </a:solidFill>
              </a:rPr>
              <a:t> </a:t>
            </a:r>
            <a:r>
              <a:rPr lang="en-US" sz="1900" dirty="0" err="1">
                <a:solidFill>
                  <a:srgbClr val="000000"/>
                </a:solidFill>
              </a:rPr>
              <a:t>latar</a:t>
            </a:r>
            <a:r>
              <a:rPr lang="en-US" sz="1900" dirty="0">
                <a:solidFill>
                  <a:srgbClr val="000000"/>
                </a:solidFill>
              </a:rPr>
              <a:t> </a:t>
            </a:r>
            <a:r>
              <a:rPr lang="en-US" sz="1900" dirty="0" err="1">
                <a:solidFill>
                  <a:srgbClr val="000000"/>
                </a:solidFill>
              </a:rPr>
              <a:t>belakang</a:t>
            </a:r>
            <a:r>
              <a:rPr lang="en-US" sz="1900" dirty="0">
                <a:solidFill>
                  <a:srgbClr val="000000"/>
                </a:solidFill>
              </a:rPr>
              <a:t> </a:t>
            </a:r>
            <a:r>
              <a:rPr lang="en-US" sz="1900" dirty="0" err="1">
                <a:solidFill>
                  <a:srgbClr val="000000"/>
                </a:solidFill>
              </a:rPr>
              <a:t>sendiri</a:t>
            </a:r>
            <a:r>
              <a:rPr lang="en-US" sz="1900" dirty="0">
                <a:solidFill>
                  <a:srgbClr val="000000"/>
                </a:solidFill>
              </a:rPr>
              <a:t> </a:t>
            </a:r>
            <a:r>
              <a:rPr lang="en-US" sz="1900" b="1" dirty="0">
                <a:solidFill>
                  <a:srgbClr val="000000"/>
                </a:solidFill>
              </a:rPr>
              <a:t>&lt;/p&gt;</a:t>
            </a:r>
          </a:p>
          <a:p>
            <a:r>
              <a:rPr lang="en-US" sz="1900" dirty="0">
                <a:solidFill>
                  <a:srgbClr val="000000"/>
                </a:solidFill>
              </a:rPr>
              <a:t>Museum Sejarah Jakarta &lt;</a:t>
            </a:r>
            <a:r>
              <a:rPr lang="en-US" sz="1900" dirty="0" err="1">
                <a:solidFill>
                  <a:srgbClr val="000000"/>
                </a:solidFill>
              </a:rPr>
              <a:t>br</a:t>
            </a:r>
            <a:r>
              <a:rPr lang="en-US" sz="1900" dirty="0">
                <a:solidFill>
                  <a:srgbClr val="000000"/>
                </a:solidFill>
              </a:rPr>
              <a:t>&gt; Museum </a:t>
            </a:r>
            <a:r>
              <a:rPr lang="en-US" sz="1900" dirty="0" err="1">
                <a:solidFill>
                  <a:srgbClr val="000000"/>
                </a:solidFill>
              </a:rPr>
              <a:t>Fatahillah</a:t>
            </a:r>
            <a:r>
              <a:rPr lang="en-US" sz="1900" dirty="0">
                <a:solidFill>
                  <a:srgbClr val="000000"/>
                </a:solidFill>
              </a:rPr>
              <a:t> yang juga </a:t>
            </a:r>
            <a:r>
              <a:rPr lang="en-US" sz="1900" dirty="0" err="1">
                <a:solidFill>
                  <a:srgbClr val="000000"/>
                </a:solidFill>
              </a:rPr>
              <a:t>dikenal</a:t>
            </a:r>
            <a:r>
              <a:rPr lang="en-US" sz="1900" dirty="0">
                <a:solidFill>
                  <a:srgbClr val="000000"/>
                </a:solidFill>
              </a:rPr>
              <a:t> </a:t>
            </a:r>
            <a:r>
              <a:rPr lang="en-US" sz="1900" dirty="0" err="1">
                <a:solidFill>
                  <a:srgbClr val="000000"/>
                </a:solidFill>
              </a:rPr>
              <a:t>sebagai</a:t>
            </a:r>
            <a:r>
              <a:rPr lang="en-US" sz="1900" dirty="0">
                <a:solidFill>
                  <a:srgbClr val="000000"/>
                </a:solidFill>
              </a:rPr>
              <a:t> Museum Sejarah Jakarta </a:t>
            </a:r>
            <a:r>
              <a:rPr lang="en-US" sz="1900" dirty="0" err="1">
                <a:solidFill>
                  <a:srgbClr val="000000"/>
                </a:solidFill>
              </a:rPr>
              <a:t>atau</a:t>
            </a:r>
            <a:r>
              <a:rPr lang="en-US" sz="1900" dirty="0">
                <a:solidFill>
                  <a:srgbClr val="000000"/>
                </a:solidFill>
              </a:rPr>
              <a:t> Museum Batavia </a:t>
            </a:r>
            <a:r>
              <a:rPr lang="en-US" sz="1900" dirty="0" err="1">
                <a:solidFill>
                  <a:srgbClr val="000000"/>
                </a:solidFill>
              </a:rPr>
              <a:t>adalah</a:t>
            </a:r>
            <a:r>
              <a:rPr lang="en-US" sz="1900" dirty="0">
                <a:solidFill>
                  <a:srgbClr val="000000"/>
                </a:solidFill>
              </a:rPr>
              <a:t> </a:t>
            </a:r>
            <a:r>
              <a:rPr lang="en-US" sz="1900" dirty="0" err="1">
                <a:solidFill>
                  <a:srgbClr val="000000"/>
                </a:solidFill>
              </a:rPr>
              <a:t>sebuah</a:t>
            </a:r>
            <a:r>
              <a:rPr lang="en-US" sz="1900" dirty="0">
                <a:solidFill>
                  <a:srgbClr val="000000"/>
                </a:solidFill>
              </a:rPr>
              <a:t> museum yang </a:t>
            </a:r>
            <a:r>
              <a:rPr lang="en-US" sz="1900" dirty="0" err="1">
                <a:solidFill>
                  <a:srgbClr val="000000"/>
                </a:solidFill>
              </a:rPr>
              <a:t>terletak</a:t>
            </a:r>
            <a:r>
              <a:rPr lang="en-US" sz="1900" dirty="0">
                <a:solidFill>
                  <a:srgbClr val="000000"/>
                </a:solidFill>
              </a:rPr>
              <a:t> di Jalan Taman </a:t>
            </a:r>
            <a:r>
              <a:rPr lang="en-US" sz="1900" dirty="0" err="1">
                <a:solidFill>
                  <a:srgbClr val="000000"/>
                </a:solidFill>
              </a:rPr>
              <a:t>Fatahillah</a:t>
            </a:r>
            <a:r>
              <a:rPr lang="en-US" sz="1900" dirty="0">
                <a:solidFill>
                  <a:srgbClr val="000000"/>
                </a:solidFill>
              </a:rPr>
              <a:t> No. 2, Jakarta Barat </a:t>
            </a:r>
            <a:r>
              <a:rPr lang="en-US" sz="1900" dirty="0" err="1">
                <a:solidFill>
                  <a:srgbClr val="000000"/>
                </a:solidFill>
              </a:rPr>
              <a:t>dengan</a:t>
            </a:r>
            <a:r>
              <a:rPr lang="en-US" sz="1900" dirty="0">
                <a:solidFill>
                  <a:srgbClr val="000000"/>
                </a:solidFill>
              </a:rPr>
              <a:t> </a:t>
            </a:r>
            <a:r>
              <a:rPr lang="en-US" sz="1900" dirty="0" err="1">
                <a:solidFill>
                  <a:srgbClr val="000000"/>
                </a:solidFill>
              </a:rPr>
              <a:t>luas</a:t>
            </a:r>
            <a:r>
              <a:rPr lang="en-US" sz="1900" dirty="0">
                <a:solidFill>
                  <a:srgbClr val="000000"/>
                </a:solidFill>
              </a:rPr>
              <a:t> </a:t>
            </a:r>
            <a:r>
              <a:rPr lang="en-US" sz="1900" dirty="0" err="1">
                <a:solidFill>
                  <a:srgbClr val="000000"/>
                </a:solidFill>
              </a:rPr>
              <a:t>lebih</a:t>
            </a:r>
            <a:r>
              <a:rPr lang="en-US" sz="1900" dirty="0">
                <a:solidFill>
                  <a:srgbClr val="000000"/>
                </a:solidFill>
              </a:rPr>
              <a:t> </a:t>
            </a:r>
            <a:r>
              <a:rPr lang="en-US" sz="1900" dirty="0" err="1">
                <a:solidFill>
                  <a:srgbClr val="000000"/>
                </a:solidFill>
              </a:rPr>
              <a:t>dari</a:t>
            </a:r>
            <a:r>
              <a:rPr lang="en-US" sz="1900" dirty="0">
                <a:solidFill>
                  <a:srgbClr val="000000"/>
                </a:solidFill>
              </a:rPr>
              <a:t> 1.300 meter </a:t>
            </a:r>
            <a:r>
              <a:rPr lang="en-US" sz="1900" dirty="0" err="1">
                <a:solidFill>
                  <a:srgbClr val="000000"/>
                </a:solidFill>
              </a:rPr>
              <a:t>persegi</a:t>
            </a:r>
            <a:r>
              <a:rPr lang="en-US" sz="1900" dirty="0">
                <a:solidFill>
                  <a:srgbClr val="000000"/>
                </a:solidFill>
              </a:rPr>
              <a:t>. </a:t>
            </a:r>
          </a:p>
          <a:p>
            <a:r>
              <a:rPr lang="en-US" sz="1900" b="1" dirty="0">
                <a:solidFill>
                  <a:srgbClr val="000000"/>
                </a:solidFill>
              </a:rPr>
              <a:t>&lt;a </a:t>
            </a:r>
            <a:r>
              <a:rPr lang="en-US" sz="1900" b="1" dirty="0" err="1">
                <a:solidFill>
                  <a:srgbClr val="000000"/>
                </a:solidFill>
              </a:rPr>
              <a:t>href</a:t>
            </a:r>
            <a:r>
              <a:rPr lang="en-US" sz="1900" b="1" dirty="0">
                <a:solidFill>
                  <a:srgbClr val="000000"/>
                </a:solidFill>
              </a:rPr>
              <a:t>="latih1.html"&gt;Gedung&lt;/a&gt; </a:t>
            </a:r>
            <a:r>
              <a:rPr lang="en-US" sz="1900" dirty="0" err="1">
                <a:solidFill>
                  <a:srgbClr val="000000"/>
                </a:solidFill>
              </a:rPr>
              <a:t>ini</a:t>
            </a:r>
            <a:r>
              <a:rPr lang="en-US" sz="1900" dirty="0">
                <a:solidFill>
                  <a:srgbClr val="000000"/>
                </a:solidFill>
              </a:rPr>
              <a:t> </a:t>
            </a:r>
            <a:r>
              <a:rPr lang="en-US" sz="1900" dirty="0" err="1">
                <a:solidFill>
                  <a:srgbClr val="000000"/>
                </a:solidFill>
              </a:rPr>
              <a:t>dulu</a:t>
            </a:r>
            <a:r>
              <a:rPr lang="en-US" sz="1900" dirty="0">
                <a:solidFill>
                  <a:srgbClr val="000000"/>
                </a:solidFill>
              </a:rPr>
              <a:t> </a:t>
            </a:r>
            <a:r>
              <a:rPr lang="en-US" sz="1900" dirty="0" err="1">
                <a:solidFill>
                  <a:srgbClr val="000000"/>
                </a:solidFill>
              </a:rPr>
              <a:t>adalah</a:t>
            </a:r>
            <a:r>
              <a:rPr lang="en-US" sz="1900" dirty="0">
                <a:solidFill>
                  <a:srgbClr val="000000"/>
                </a:solidFill>
              </a:rPr>
              <a:t> </a:t>
            </a:r>
            <a:r>
              <a:rPr lang="en-US" sz="1900" dirty="0" err="1">
                <a:solidFill>
                  <a:srgbClr val="000000"/>
                </a:solidFill>
              </a:rPr>
              <a:t>Stadhuis</a:t>
            </a:r>
            <a:r>
              <a:rPr lang="en-US" sz="1900" dirty="0">
                <a:solidFill>
                  <a:srgbClr val="000000"/>
                </a:solidFill>
              </a:rPr>
              <a:t> </a:t>
            </a:r>
            <a:r>
              <a:rPr lang="en-US" sz="1900" dirty="0" err="1">
                <a:solidFill>
                  <a:srgbClr val="000000"/>
                </a:solidFill>
              </a:rPr>
              <a:t>atau</a:t>
            </a:r>
            <a:r>
              <a:rPr lang="en-US" sz="1900" dirty="0">
                <a:solidFill>
                  <a:srgbClr val="000000"/>
                </a:solidFill>
              </a:rPr>
              <a:t> </a:t>
            </a:r>
            <a:r>
              <a:rPr lang="en-US" sz="1900" dirty="0" err="1">
                <a:solidFill>
                  <a:srgbClr val="000000"/>
                </a:solidFill>
              </a:rPr>
              <a:t>Balai</a:t>
            </a:r>
            <a:r>
              <a:rPr lang="en-US" sz="1900" dirty="0">
                <a:solidFill>
                  <a:srgbClr val="000000"/>
                </a:solidFill>
              </a:rPr>
              <a:t> Kota, yang </a:t>
            </a:r>
            <a:r>
              <a:rPr lang="en-US" sz="1900" dirty="0" err="1">
                <a:solidFill>
                  <a:srgbClr val="000000"/>
                </a:solidFill>
              </a:rPr>
              <a:t>dibangun</a:t>
            </a:r>
            <a:r>
              <a:rPr lang="en-US" sz="1900" dirty="0">
                <a:solidFill>
                  <a:srgbClr val="000000"/>
                </a:solidFill>
              </a:rPr>
              <a:t> pada </a:t>
            </a:r>
            <a:r>
              <a:rPr lang="en-US" sz="1900" dirty="0" err="1">
                <a:solidFill>
                  <a:srgbClr val="000000"/>
                </a:solidFill>
              </a:rPr>
              <a:t>tahun</a:t>
            </a:r>
            <a:r>
              <a:rPr lang="en-US" sz="1900" dirty="0">
                <a:solidFill>
                  <a:srgbClr val="000000"/>
                </a:solidFill>
              </a:rPr>
              <a:t> 1707-1710 </a:t>
            </a:r>
            <a:r>
              <a:rPr lang="en-US" sz="1900" dirty="0" err="1">
                <a:solidFill>
                  <a:srgbClr val="000000"/>
                </a:solidFill>
              </a:rPr>
              <a:t>atas</a:t>
            </a:r>
            <a:r>
              <a:rPr lang="en-US" sz="1900" dirty="0">
                <a:solidFill>
                  <a:srgbClr val="000000"/>
                </a:solidFill>
              </a:rPr>
              <a:t> </a:t>
            </a:r>
            <a:r>
              <a:rPr lang="en-US" sz="1900" dirty="0" err="1">
                <a:solidFill>
                  <a:srgbClr val="000000"/>
                </a:solidFill>
              </a:rPr>
              <a:t>perintah</a:t>
            </a:r>
            <a:r>
              <a:rPr lang="en-US" sz="1900" dirty="0">
                <a:solidFill>
                  <a:srgbClr val="000000"/>
                </a:solidFill>
              </a:rPr>
              <a:t> </a:t>
            </a:r>
            <a:r>
              <a:rPr lang="en-US" sz="1900" dirty="0" err="1">
                <a:solidFill>
                  <a:srgbClr val="000000"/>
                </a:solidFill>
              </a:rPr>
              <a:t>Gubernur</a:t>
            </a:r>
            <a:r>
              <a:rPr lang="en-US" sz="1900" dirty="0">
                <a:solidFill>
                  <a:srgbClr val="000000"/>
                </a:solidFill>
              </a:rPr>
              <a:t> </a:t>
            </a:r>
            <a:r>
              <a:rPr lang="en-US" sz="1900" dirty="0" err="1">
                <a:solidFill>
                  <a:srgbClr val="000000"/>
                </a:solidFill>
              </a:rPr>
              <a:t>Jenderal</a:t>
            </a:r>
            <a:r>
              <a:rPr lang="en-US" sz="1900" dirty="0">
                <a:solidFill>
                  <a:srgbClr val="000000"/>
                </a:solidFill>
              </a:rPr>
              <a:t> Johan Van Hoorn. </a:t>
            </a:r>
            <a:r>
              <a:rPr lang="en-US" sz="1900" dirty="0" err="1">
                <a:solidFill>
                  <a:srgbClr val="000000"/>
                </a:solidFill>
              </a:rPr>
              <a:t>Bangunan</a:t>
            </a:r>
            <a:r>
              <a:rPr lang="en-US" sz="1900" dirty="0">
                <a:solidFill>
                  <a:srgbClr val="000000"/>
                </a:solidFill>
              </a:rPr>
              <a:t> </a:t>
            </a:r>
            <a:r>
              <a:rPr lang="en-US" sz="1900" dirty="0" err="1">
                <a:solidFill>
                  <a:srgbClr val="000000"/>
                </a:solidFill>
              </a:rPr>
              <a:t>balaikota</a:t>
            </a:r>
            <a:r>
              <a:rPr lang="en-US" sz="1900" dirty="0">
                <a:solidFill>
                  <a:srgbClr val="000000"/>
                </a:solidFill>
              </a:rPr>
              <a:t> </a:t>
            </a:r>
            <a:r>
              <a:rPr lang="en-US" sz="1900" dirty="0" err="1">
                <a:solidFill>
                  <a:srgbClr val="000000"/>
                </a:solidFill>
              </a:rPr>
              <a:t>itu</a:t>
            </a:r>
            <a:r>
              <a:rPr lang="en-US" sz="1900" dirty="0">
                <a:solidFill>
                  <a:srgbClr val="000000"/>
                </a:solidFill>
              </a:rPr>
              <a:t> </a:t>
            </a:r>
            <a:r>
              <a:rPr lang="en-US" sz="1900" dirty="0" err="1">
                <a:solidFill>
                  <a:srgbClr val="000000"/>
                </a:solidFill>
              </a:rPr>
              <a:t>serupa</a:t>
            </a:r>
            <a:r>
              <a:rPr lang="en-US" sz="1900" dirty="0">
                <a:solidFill>
                  <a:srgbClr val="000000"/>
                </a:solidFill>
              </a:rPr>
              <a:t> </a:t>
            </a:r>
            <a:r>
              <a:rPr lang="en-US" sz="1900" dirty="0" err="1">
                <a:solidFill>
                  <a:srgbClr val="000000"/>
                </a:solidFill>
              </a:rPr>
              <a:t>dengan</a:t>
            </a:r>
            <a:r>
              <a:rPr lang="en-US" sz="1900" dirty="0">
                <a:solidFill>
                  <a:srgbClr val="000000"/>
                </a:solidFill>
              </a:rPr>
              <a:t> Istana Dam di Amsterdam , </a:t>
            </a:r>
            <a:r>
              <a:rPr lang="en-US" sz="1900" dirty="0" err="1">
                <a:solidFill>
                  <a:srgbClr val="000000"/>
                </a:solidFill>
              </a:rPr>
              <a:t>terdiri</a:t>
            </a:r>
            <a:r>
              <a:rPr lang="en-US" sz="1900" dirty="0">
                <a:solidFill>
                  <a:srgbClr val="000000"/>
                </a:solidFill>
              </a:rPr>
              <a:t> </a:t>
            </a:r>
            <a:r>
              <a:rPr lang="en-US" sz="1900" dirty="0" err="1">
                <a:solidFill>
                  <a:srgbClr val="000000"/>
                </a:solidFill>
              </a:rPr>
              <a:t>atas</a:t>
            </a:r>
            <a:r>
              <a:rPr lang="en-US" sz="1900" dirty="0">
                <a:solidFill>
                  <a:srgbClr val="000000"/>
                </a:solidFill>
              </a:rPr>
              <a:t> </a:t>
            </a:r>
            <a:r>
              <a:rPr lang="en-US" sz="1900" dirty="0" err="1">
                <a:solidFill>
                  <a:srgbClr val="000000"/>
                </a:solidFill>
              </a:rPr>
              <a:t>bangunan</a:t>
            </a:r>
            <a:r>
              <a:rPr lang="en-US" sz="1900" dirty="0">
                <a:solidFill>
                  <a:srgbClr val="000000"/>
                </a:solidFill>
              </a:rPr>
              <a:t> </a:t>
            </a:r>
            <a:r>
              <a:rPr lang="en-US" sz="1900" dirty="0" err="1">
                <a:solidFill>
                  <a:srgbClr val="000000"/>
                </a:solidFill>
              </a:rPr>
              <a:t>utama</a:t>
            </a:r>
            <a:r>
              <a:rPr lang="en-US" sz="1900" dirty="0">
                <a:solidFill>
                  <a:srgbClr val="000000"/>
                </a:solidFill>
              </a:rPr>
              <a:t> </a:t>
            </a:r>
            <a:r>
              <a:rPr lang="en-US" sz="1900" dirty="0" err="1">
                <a:solidFill>
                  <a:srgbClr val="000000"/>
                </a:solidFill>
              </a:rPr>
              <a:t>dengan</a:t>
            </a:r>
            <a:r>
              <a:rPr lang="en-US" sz="1900" dirty="0">
                <a:solidFill>
                  <a:srgbClr val="000000"/>
                </a:solidFill>
              </a:rPr>
              <a:t> </a:t>
            </a:r>
            <a:r>
              <a:rPr lang="en-US" sz="1900" dirty="0" err="1">
                <a:solidFill>
                  <a:srgbClr val="000000"/>
                </a:solidFill>
              </a:rPr>
              <a:t>dua</a:t>
            </a:r>
            <a:r>
              <a:rPr lang="en-US" sz="1900" dirty="0">
                <a:solidFill>
                  <a:srgbClr val="000000"/>
                </a:solidFill>
              </a:rPr>
              <a:t> </a:t>
            </a:r>
            <a:r>
              <a:rPr lang="en-US" sz="1900" dirty="0" err="1">
                <a:solidFill>
                  <a:srgbClr val="000000"/>
                </a:solidFill>
              </a:rPr>
              <a:t>sayap</a:t>
            </a:r>
            <a:r>
              <a:rPr lang="en-US" sz="1900" dirty="0">
                <a:solidFill>
                  <a:srgbClr val="000000"/>
                </a:solidFill>
              </a:rPr>
              <a:t> di </a:t>
            </a:r>
            <a:r>
              <a:rPr lang="en-US" sz="1900" dirty="0" err="1">
                <a:solidFill>
                  <a:srgbClr val="000000"/>
                </a:solidFill>
              </a:rPr>
              <a:t>bagian</a:t>
            </a:r>
            <a:r>
              <a:rPr lang="en-US" sz="1900" dirty="0">
                <a:solidFill>
                  <a:srgbClr val="000000"/>
                </a:solidFill>
              </a:rPr>
              <a:t> </a:t>
            </a:r>
            <a:r>
              <a:rPr lang="en-US" sz="1900" dirty="0" err="1">
                <a:solidFill>
                  <a:srgbClr val="000000"/>
                </a:solidFill>
              </a:rPr>
              <a:t>timur</a:t>
            </a:r>
            <a:r>
              <a:rPr lang="en-US" sz="1900" dirty="0">
                <a:solidFill>
                  <a:srgbClr val="000000"/>
                </a:solidFill>
              </a:rPr>
              <a:t> dan </a:t>
            </a:r>
            <a:r>
              <a:rPr lang="en-US" sz="1900" dirty="0" err="1">
                <a:solidFill>
                  <a:srgbClr val="000000"/>
                </a:solidFill>
              </a:rPr>
              <a:t>barat</a:t>
            </a:r>
            <a:r>
              <a:rPr lang="en-US" sz="1900" dirty="0">
                <a:solidFill>
                  <a:srgbClr val="000000"/>
                </a:solidFill>
              </a:rPr>
              <a:t> </a:t>
            </a:r>
            <a:r>
              <a:rPr lang="en-US" sz="1900" dirty="0" err="1">
                <a:solidFill>
                  <a:srgbClr val="000000"/>
                </a:solidFill>
              </a:rPr>
              <a:t>serta</a:t>
            </a:r>
            <a:r>
              <a:rPr lang="en-US" sz="1900" dirty="0">
                <a:solidFill>
                  <a:srgbClr val="000000"/>
                </a:solidFill>
              </a:rPr>
              <a:t> </a:t>
            </a:r>
            <a:r>
              <a:rPr lang="en-US" sz="1900" dirty="0" err="1">
                <a:solidFill>
                  <a:srgbClr val="000000"/>
                </a:solidFill>
              </a:rPr>
              <a:t>bangunan</a:t>
            </a:r>
            <a:r>
              <a:rPr lang="en-US" sz="1900" dirty="0">
                <a:solidFill>
                  <a:srgbClr val="000000"/>
                </a:solidFill>
              </a:rPr>
              <a:t> sanding yang </a:t>
            </a:r>
            <a:r>
              <a:rPr lang="en-US" sz="1900" dirty="0" err="1">
                <a:solidFill>
                  <a:srgbClr val="000000"/>
                </a:solidFill>
              </a:rPr>
              <a:t>digunakan</a:t>
            </a:r>
            <a:r>
              <a:rPr lang="en-US" sz="1900" dirty="0">
                <a:solidFill>
                  <a:srgbClr val="000000"/>
                </a:solidFill>
              </a:rPr>
              <a:t> </a:t>
            </a:r>
            <a:r>
              <a:rPr lang="en-US" sz="1900" dirty="0" err="1">
                <a:solidFill>
                  <a:srgbClr val="000000"/>
                </a:solidFill>
              </a:rPr>
              <a:t>sebagai</a:t>
            </a:r>
            <a:r>
              <a:rPr lang="en-US" sz="1900" dirty="0">
                <a:solidFill>
                  <a:srgbClr val="000000"/>
                </a:solidFill>
              </a:rPr>
              <a:t> </a:t>
            </a:r>
            <a:r>
              <a:rPr lang="en-US" sz="1900" dirty="0" err="1">
                <a:solidFill>
                  <a:srgbClr val="000000"/>
                </a:solidFill>
              </a:rPr>
              <a:t>kantor</a:t>
            </a:r>
            <a:r>
              <a:rPr lang="en-US" sz="1900" dirty="0">
                <a:solidFill>
                  <a:srgbClr val="000000"/>
                </a:solidFill>
              </a:rPr>
              <a:t>, </a:t>
            </a:r>
            <a:r>
              <a:rPr lang="en-US" sz="1900" dirty="0" err="1">
                <a:solidFill>
                  <a:srgbClr val="000000"/>
                </a:solidFill>
              </a:rPr>
              <a:t>ruang</a:t>
            </a:r>
            <a:r>
              <a:rPr lang="en-US" sz="1900" dirty="0">
                <a:solidFill>
                  <a:srgbClr val="000000"/>
                </a:solidFill>
              </a:rPr>
              <a:t> </a:t>
            </a:r>
            <a:r>
              <a:rPr lang="en-US" sz="1900" dirty="0" err="1">
                <a:solidFill>
                  <a:srgbClr val="000000"/>
                </a:solidFill>
              </a:rPr>
              <a:t>pengadilan</a:t>
            </a:r>
            <a:r>
              <a:rPr lang="en-US" sz="1900" dirty="0">
                <a:solidFill>
                  <a:srgbClr val="000000"/>
                </a:solidFill>
              </a:rPr>
              <a:t>, dan </a:t>
            </a:r>
            <a:r>
              <a:rPr lang="en-US" sz="1900" dirty="0" err="1">
                <a:solidFill>
                  <a:srgbClr val="000000"/>
                </a:solidFill>
              </a:rPr>
              <a:t>ruang-ruang</a:t>
            </a:r>
            <a:r>
              <a:rPr lang="en-US" sz="1900" dirty="0">
                <a:solidFill>
                  <a:srgbClr val="000000"/>
                </a:solidFill>
              </a:rPr>
              <a:t> </a:t>
            </a:r>
            <a:r>
              <a:rPr lang="en-US" sz="1900" dirty="0" err="1">
                <a:solidFill>
                  <a:srgbClr val="000000"/>
                </a:solidFill>
              </a:rPr>
              <a:t>bawah</a:t>
            </a:r>
            <a:r>
              <a:rPr lang="en-US" sz="1900" dirty="0">
                <a:solidFill>
                  <a:srgbClr val="000000"/>
                </a:solidFill>
              </a:rPr>
              <a:t> </a:t>
            </a:r>
            <a:r>
              <a:rPr lang="en-US" sz="1900" dirty="0" err="1">
                <a:solidFill>
                  <a:srgbClr val="000000"/>
                </a:solidFill>
              </a:rPr>
              <a:t>tanah</a:t>
            </a:r>
            <a:r>
              <a:rPr lang="en-US" sz="1900" dirty="0">
                <a:solidFill>
                  <a:srgbClr val="000000"/>
                </a:solidFill>
              </a:rPr>
              <a:t> yang </a:t>
            </a:r>
            <a:r>
              <a:rPr lang="en-US" sz="1900" dirty="0" err="1">
                <a:solidFill>
                  <a:srgbClr val="000000"/>
                </a:solidFill>
              </a:rPr>
              <a:t>dipakai</a:t>
            </a:r>
            <a:r>
              <a:rPr lang="en-US" sz="1900" dirty="0">
                <a:solidFill>
                  <a:srgbClr val="000000"/>
                </a:solidFill>
              </a:rPr>
              <a:t> </a:t>
            </a:r>
            <a:r>
              <a:rPr lang="en-US" sz="1900" dirty="0" err="1">
                <a:solidFill>
                  <a:srgbClr val="000000"/>
                </a:solidFill>
              </a:rPr>
              <a:t>sebagai</a:t>
            </a:r>
            <a:r>
              <a:rPr lang="en-US" sz="1900" dirty="0">
                <a:solidFill>
                  <a:srgbClr val="000000"/>
                </a:solidFill>
              </a:rPr>
              <a:t> </a:t>
            </a:r>
            <a:r>
              <a:rPr lang="en-US" sz="1900" dirty="0" err="1">
                <a:solidFill>
                  <a:srgbClr val="000000"/>
                </a:solidFill>
              </a:rPr>
              <a:t>penjara</a:t>
            </a:r>
            <a:r>
              <a:rPr lang="en-US" sz="1900" dirty="0">
                <a:solidFill>
                  <a:srgbClr val="000000"/>
                </a:solidFill>
              </a:rPr>
              <a:t>.</a:t>
            </a:r>
          </a:p>
          <a:p>
            <a:r>
              <a:rPr lang="en-US" sz="1900" b="1" dirty="0">
                <a:solidFill>
                  <a:srgbClr val="000000"/>
                </a:solidFill>
              </a:rPr>
              <a:t>&lt;/div&gt;</a:t>
            </a:r>
          </a:p>
          <a:p>
            <a:r>
              <a:rPr lang="en-US" sz="1900" b="1" dirty="0">
                <a:solidFill>
                  <a:srgbClr val="000000"/>
                </a:solidFill>
              </a:rPr>
              <a:t>&lt;/body&gt;</a:t>
            </a:r>
          </a:p>
          <a:p>
            <a:r>
              <a:rPr lang="en-US" sz="1900" b="1" dirty="0">
                <a:solidFill>
                  <a:srgbClr val="000000"/>
                </a:solidFill>
              </a:rPr>
              <a:t>&lt;/html&gt;</a:t>
            </a:r>
            <a:endParaRPr lang="id-ID" sz="1900" b="1" dirty="0"/>
          </a:p>
        </p:txBody>
      </p:sp>
    </p:spTree>
    <p:extLst>
      <p:ext uri="{BB962C8B-B14F-4D97-AF65-F5344CB8AC3E}">
        <p14:creationId xmlns:p14="http://schemas.microsoft.com/office/powerpoint/2010/main" val="3809609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0FFA0CEB-756A-4E78-BF2F-F29CF6B0557B}"/>
              </a:ext>
            </a:extLst>
          </p:cNvPr>
          <p:cNvPicPr>
            <a:picLocks noChangeAspect="1"/>
          </p:cNvPicPr>
          <p:nvPr/>
        </p:nvPicPr>
        <p:blipFill rotWithShape="1">
          <a:blip r:embed="rId2"/>
          <a:srcRect l="504" r="195"/>
          <a:stretch/>
        </p:blipFill>
        <p:spPr>
          <a:xfrm>
            <a:off x="619761" y="110824"/>
            <a:ext cx="11186160" cy="6636351"/>
          </a:xfrm>
          <a:prstGeom prst="rect">
            <a:avLst/>
          </a:prstGeom>
          <a:noFill/>
          <a:ln>
            <a:solidFill>
              <a:schemeClr val="accent1"/>
            </a:solidFill>
          </a:ln>
        </p:spPr>
      </p:pic>
    </p:spTree>
    <p:extLst>
      <p:ext uri="{BB962C8B-B14F-4D97-AF65-F5344CB8AC3E}">
        <p14:creationId xmlns:p14="http://schemas.microsoft.com/office/powerpoint/2010/main" val="348567065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8660944" y="179169"/>
            <a:ext cx="3453189" cy="424732"/>
          </a:xfrm>
          <a:prstGeom prst="rect">
            <a:avLst/>
          </a:prstGeom>
        </p:spPr>
        <p:txBody>
          <a:bodyPr vert="horz" wrap="none" lIns="91440" tIns="45720" rIns="91440" bIns="45720" rtlCol="0" anchor="ctr">
            <a:spAutoFit/>
          </a:bodyPr>
          <a:lstStyle/>
          <a:p>
            <a:pPr algn="ctr">
              <a:lnSpc>
                <a:spcPct val="90000"/>
              </a:lnSpc>
              <a:spcBef>
                <a:spcPct val="0"/>
              </a:spcBef>
            </a:pPr>
            <a:r>
              <a:rPr lang="en-US" sz="2400" dirty="0" err="1">
                <a:effectLst>
                  <a:outerShdw blurRad="38100" dist="38100" dir="2700000" algn="tl">
                    <a:srgbClr val="000000">
                      <a:alpha val="43137"/>
                    </a:srgbClr>
                  </a:outerShdw>
                </a:effectLst>
                <a:latin typeface="Adobe Ming Std L" pitchFamily="18" charset="-128"/>
                <a:ea typeface="Adobe Ming Std L" pitchFamily="18" charset="-128"/>
              </a:rPr>
              <a:t>Perbedaan</a:t>
            </a:r>
            <a:r>
              <a:rPr lang="en-US" sz="2400" dirty="0">
                <a:effectLst>
                  <a:outerShdw blurRad="38100" dist="38100" dir="2700000" algn="tl">
                    <a:srgbClr val="000000">
                      <a:alpha val="43137"/>
                    </a:srgbClr>
                  </a:outerShdw>
                </a:effectLst>
                <a:latin typeface="Adobe Ming Std L" pitchFamily="18" charset="-128"/>
                <a:ea typeface="Adobe Ming Std L" pitchFamily="18" charset="-128"/>
              </a:rPr>
              <a:t> span </a:t>
            </a:r>
            <a:r>
              <a:rPr lang="en-US" sz="2400" dirty="0" err="1">
                <a:effectLst>
                  <a:outerShdw blurRad="38100" dist="38100" dir="2700000" algn="tl">
                    <a:srgbClr val="000000">
                      <a:alpha val="43137"/>
                    </a:srgbClr>
                  </a:outerShdw>
                </a:effectLst>
                <a:latin typeface="Adobe Ming Std L" pitchFamily="18" charset="-128"/>
                <a:ea typeface="Adobe Ming Std L" pitchFamily="18" charset="-128"/>
              </a:rPr>
              <a:t>dan</a:t>
            </a:r>
            <a:r>
              <a:rPr lang="en-US" sz="2400" dirty="0">
                <a:effectLst>
                  <a:outerShdw blurRad="38100" dist="38100" dir="2700000" algn="tl">
                    <a:srgbClr val="000000">
                      <a:alpha val="43137"/>
                    </a:srgbClr>
                  </a:outerShdw>
                </a:effectLst>
                <a:latin typeface="Adobe Ming Std L" pitchFamily="18" charset="-128"/>
                <a:ea typeface="Adobe Ming Std L" pitchFamily="18" charset="-128"/>
              </a:rPr>
              <a:t> div </a:t>
            </a:r>
          </a:p>
        </p:txBody>
      </p:sp>
      <p:sp>
        <p:nvSpPr>
          <p:cNvPr id="7" name="Rectangle 6"/>
          <p:cNvSpPr/>
          <p:nvPr/>
        </p:nvSpPr>
        <p:spPr>
          <a:xfrm>
            <a:off x="155734" y="685181"/>
            <a:ext cx="12036266" cy="1883657"/>
          </a:xfrm>
          <a:prstGeom prst="rect">
            <a:avLst/>
          </a:prstGeom>
        </p:spPr>
        <p:txBody>
          <a:bodyPr wrap="square">
            <a:spAutoFit/>
          </a:bodyPr>
          <a:lstStyle/>
          <a:p>
            <a:pPr marL="285750" indent="-285750" algn="just">
              <a:lnSpc>
                <a:spcPct val="15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Tag </a:t>
            </a:r>
            <a:r>
              <a:rPr lang="en-US" sz="2000" b="1" dirty="0">
                <a:latin typeface="Times New Roman" panose="02020603050405020304" pitchFamily="18" charset="0"/>
                <a:cs typeface="Times New Roman" panose="02020603050405020304" pitchFamily="18" charset="0"/>
              </a:rPr>
              <a:t>&lt;div&gt; </a:t>
            </a:r>
            <a:r>
              <a:rPr lang="en-US" sz="2000" dirty="0" err="1">
                <a:latin typeface="Times New Roman" panose="02020603050405020304" pitchFamily="18" charset="0"/>
                <a:cs typeface="Times New Roman" panose="02020603050405020304" pitchFamily="18" charset="0"/>
              </a:rPr>
              <a:t>digunakan</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untuk</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mengelompokkan</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isi</a:t>
            </a:r>
            <a:r>
              <a:rPr lang="en-US" sz="2000" dirty="0">
                <a:latin typeface="Times New Roman" panose="02020603050405020304" pitchFamily="18" charset="0"/>
                <a:cs typeface="Times New Roman" panose="02020603050405020304" pitchFamily="18" charset="0"/>
              </a:rPr>
              <a:t> / </a:t>
            </a:r>
            <a:r>
              <a:rPr lang="en-US" sz="2000" dirty="0" err="1">
                <a:latin typeface="Times New Roman" panose="02020603050405020304" pitchFamily="18" charset="0"/>
                <a:cs typeface="Times New Roman" panose="02020603050405020304" pitchFamily="18" charset="0"/>
              </a:rPr>
              <a:t>konten</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dari</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halaman</a:t>
            </a:r>
            <a:r>
              <a:rPr lang="en-US" sz="2000" dirty="0">
                <a:latin typeface="Times New Roman" panose="02020603050405020304" pitchFamily="18" charset="0"/>
                <a:cs typeface="Times New Roman" panose="02020603050405020304" pitchFamily="18" charset="0"/>
              </a:rPr>
              <a:t> web </a:t>
            </a:r>
            <a:r>
              <a:rPr lang="en-US" sz="2000" dirty="0" err="1">
                <a:latin typeface="Times New Roman" panose="02020603050405020304" pitchFamily="18" charset="0"/>
                <a:cs typeface="Times New Roman" panose="02020603050405020304" pitchFamily="18" charset="0"/>
              </a:rPr>
              <a:t>menjadi</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beberapa</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bagian</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berdasarkan</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unsur-unsur</a:t>
            </a:r>
            <a:r>
              <a:rPr lang="en-US" sz="2000" dirty="0">
                <a:latin typeface="Times New Roman" panose="02020603050405020304" pitchFamily="18" charset="0"/>
                <a:cs typeface="Times New Roman" panose="02020603050405020304" pitchFamily="18" charset="0"/>
              </a:rPr>
              <a:t> pada </a:t>
            </a:r>
            <a:r>
              <a:rPr lang="en-US" sz="2000" dirty="0" err="1">
                <a:latin typeface="Times New Roman" panose="02020603050405020304" pitchFamily="18" charset="0"/>
                <a:cs typeface="Times New Roman" panose="02020603050405020304" pitchFamily="18" charset="0"/>
              </a:rPr>
              <a:t>halaman</a:t>
            </a:r>
            <a:r>
              <a:rPr lang="en-US" sz="2000" dirty="0">
                <a:latin typeface="Times New Roman" panose="02020603050405020304" pitchFamily="18" charset="0"/>
                <a:cs typeface="Times New Roman" panose="02020603050405020304" pitchFamily="18" charset="0"/>
              </a:rPr>
              <a:t> Web, </a:t>
            </a:r>
            <a:r>
              <a:rPr lang="en-US" sz="2000" dirty="0" err="1">
                <a:latin typeface="Times New Roman" panose="02020603050405020304" pitchFamily="18" charset="0"/>
                <a:cs typeface="Times New Roman" panose="02020603050405020304" pitchFamily="18" charset="0"/>
              </a:rPr>
              <a:t>misalnya</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digunakan</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untuk</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mengatur</a:t>
            </a:r>
            <a:r>
              <a:rPr lang="en-US" sz="2000" dirty="0">
                <a:latin typeface="Times New Roman" panose="02020603050405020304" pitchFamily="18" charset="0"/>
                <a:cs typeface="Times New Roman" panose="02020603050405020304" pitchFamily="18" charset="0"/>
              </a:rPr>
              <a:t> tata </a:t>
            </a:r>
            <a:r>
              <a:rPr lang="en-US" sz="2000" dirty="0" err="1">
                <a:latin typeface="Times New Roman" panose="02020603050405020304" pitchFamily="18" charset="0"/>
                <a:cs typeface="Times New Roman" panose="02020603050405020304" pitchFamily="18" charset="0"/>
              </a:rPr>
              <a:t>letak</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kolom</a:t>
            </a:r>
            <a:r>
              <a:rPr lang="en-US" sz="2000" dirty="0">
                <a:latin typeface="Times New Roman" panose="02020603050405020304" pitchFamily="18" charset="0"/>
                <a:cs typeface="Times New Roman" panose="02020603050405020304" pitchFamily="18" charset="0"/>
              </a:rPr>
              <a:t>, dan </a:t>
            </a:r>
            <a:r>
              <a:rPr lang="en-US" sz="2000" dirty="0" err="1">
                <a:latin typeface="Times New Roman" panose="02020603050405020304" pitchFamily="18" charset="0"/>
                <a:cs typeface="Times New Roman" panose="02020603050405020304" pitchFamily="18" charset="0"/>
              </a:rPr>
              <a:t>lokasi</a:t>
            </a:r>
            <a:r>
              <a:rPr lang="en-US" sz="2000" dirty="0">
                <a:latin typeface="Times New Roman" panose="02020603050405020304" pitchFamily="18" charset="0"/>
                <a:cs typeface="Times New Roman" panose="02020603050405020304" pitchFamily="18" charset="0"/>
              </a:rPr>
              <a:t> menu di </a:t>
            </a:r>
            <a:r>
              <a:rPr lang="en-US" sz="2000" dirty="0" err="1">
                <a:latin typeface="Times New Roman" panose="02020603050405020304" pitchFamily="18" charset="0"/>
                <a:cs typeface="Times New Roman" panose="02020603050405020304" pitchFamily="18" charset="0"/>
              </a:rPr>
              <a:t>halaman</a:t>
            </a:r>
            <a:r>
              <a:rPr lang="en-US" sz="2000" dirty="0">
                <a:latin typeface="Times New Roman" panose="02020603050405020304" pitchFamily="18" charset="0"/>
                <a:cs typeface="Times New Roman" panose="02020603050405020304" pitchFamily="18" charset="0"/>
              </a:rPr>
              <a:t>.  </a:t>
            </a:r>
          </a:p>
          <a:p>
            <a:pPr marL="285750" indent="-285750" algn="just">
              <a:lnSpc>
                <a:spcPct val="15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Tag </a:t>
            </a:r>
            <a:r>
              <a:rPr lang="en-US" sz="2000" b="1" dirty="0">
                <a:latin typeface="Times New Roman" panose="02020603050405020304" pitchFamily="18" charset="0"/>
                <a:cs typeface="Times New Roman" panose="02020603050405020304" pitchFamily="18" charset="0"/>
              </a:rPr>
              <a:t>&lt;span&gt;  </a:t>
            </a:r>
            <a:r>
              <a:rPr lang="en-US" sz="2000" dirty="0" err="1">
                <a:latin typeface="Times New Roman" panose="02020603050405020304" pitchFamily="18" charset="0"/>
                <a:cs typeface="Times New Roman" panose="02020603050405020304" pitchFamily="18" charset="0"/>
              </a:rPr>
              <a:t>digunakan</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untuk</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mengubah</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gaya</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dari</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sesuatu</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pada</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halaman</a:t>
            </a:r>
            <a:r>
              <a:rPr lang="en-US" sz="2000" dirty="0">
                <a:latin typeface="Times New Roman" panose="02020603050405020304" pitchFamily="18" charset="0"/>
                <a:cs typeface="Times New Roman" panose="02020603050405020304" pitchFamily="18" charset="0"/>
              </a:rPr>
              <a:t> Web </a:t>
            </a:r>
            <a:r>
              <a:rPr lang="en-US" sz="2000" dirty="0" err="1">
                <a:latin typeface="Times New Roman" panose="02020603050405020304" pitchFamily="18" charset="0"/>
                <a:cs typeface="Times New Roman" panose="02020603050405020304" pitchFamily="18" charset="0"/>
              </a:rPr>
              <a:t>tanpa</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mempengaruhi</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konteks</a:t>
            </a:r>
            <a:r>
              <a:rPr lang="en-US" sz="2000" dirty="0">
                <a:latin typeface="Times New Roman" panose="02020603050405020304" pitchFamily="18" charset="0"/>
                <a:cs typeface="Times New Roman" panose="02020603050405020304" pitchFamily="18" charset="0"/>
              </a:rPr>
              <a:t>  </a:t>
            </a:r>
          </a:p>
        </p:txBody>
      </p:sp>
    </p:spTree>
    <p:extLst>
      <p:ext uri="{BB962C8B-B14F-4D97-AF65-F5344CB8AC3E}">
        <p14:creationId xmlns:p14="http://schemas.microsoft.com/office/powerpoint/2010/main" val="314807808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8660944" y="179169"/>
            <a:ext cx="3453189" cy="424732"/>
          </a:xfrm>
          <a:prstGeom prst="rect">
            <a:avLst/>
          </a:prstGeom>
        </p:spPr>
        <p:txBody>
          <a:bodyPr vert="horz" wrap="none" lIns="91440" tIns="45720" rIns="91440" bIns="45720" rtlCol="0" anchor="ctr">
            <a:spAutoFit/>
          </a:bodyPr>
          <a:lstStyle/>
          <a:p>
            <a:pPr algn="ctr">
              <a:lnSpc>
                <a:spcPct val="90000"/>
              </a:lnSpc>
              <a:spcBef>
                <a:spcPct val="0"/>
              </a:spcBef>
            </a:pPr>
            <a:r>
              <a:rPr lang="en-US" sz="2400" dirty="0" err="1">
                <a:effectLst>
                  <a:outerShdw blurRad="38100" dist="38100" dir="2700000" algn="tl">
                    <a:srgbClr val="000000">
                      <a:alpha val="43137"/>
                    </a:srgbClr>
                  </a:outerShdw>
                </a:effectLst>
                <a:latin typeface="Adobe Ming Std L" pitchFamily="18" charset="-128"/>
                <a:ea typeface="Adobe Ming Std L" pitchFamily="18" charset="-128"/>
              </a:rPr>
              <a:t>Perbedaan</a:t>
            </a:r>
            <a:r>
              <a:rPr lang="en-US" sz="2400" dirty="0">
                <a:effectLst>
                  <a:outerShdw blurRad="38100" dist="38100" dir="2700000" algn="tl">
                    <a:srgbClr val="000000">
                      <a:alpha val="43137"/>
                    </a:srgbClr>
                  </a:outerShdw>
                </a:effectLst>
                <a:latin typeface="Adobe Ming Std L" pitchFamily="18" charset="-128"/>
                <a:ea typeface="Adobe Ming Std L" pitchFamily="18" charset="-128"/>
              </a:rPr>
              <a:t> span </a:t>
            </a:r>
            <a:r>
              <a:rPr lang="en-US" sz="2400" dirty="0" err="1">
                <a:effectLst>
                  <a:outerShdw blurRad="38100" dist="38100" dir="2700000" algn="tl">
                    <a:srgbClr val="000000">
                      <a:alpha val="43137"/>
                    </a:srgbClr>
                  </a:outerShdw>
                </a:effectLst>
                <a:latin typeface="Adobe Ming Std L" pitchFamily="18" charset="-128"/>
                <a:ea typeface="Adobe Ming Std L" pitchFamily="18" charset="-128"/>
              </a:rPr>
              <a:t>dan</a:t>
            </a:r>
            <a:r>
              <a:rPr lang="en-US" sz="2400" dirty="0">
                <a:effectLst>
                  <a:outerShdw blurRad="38100" dist="38100" dir="2700000" algn="tl">
                    <a:srgbClr val="000000">
                      <a:alpha val="43137"/>
                    </a:srgbClr>
                  </a:outerShdw>
                </a:effectLst>
                <a:latin typeface="Adobe Ming Std L" pitchFamily="18" charset="-128"/>
                <a:ea typeface="Adobe Ming Std L" pitchFamily="18" charset="-128"/>
              </a:rPr>
              <a:t> div </a:t>
            </a:r>
          </a:p>
        </p:txBody>
      </p:sp>
      <p:sp>
        <p:nvSpPr>
          <p:cNvPr id="2" name="Rectangle 1">
            <a:extLst>
              <a:ext uri="{FF2B5EF4-FFF2-40B4-BE49-F238E27FC236}">
                <a16:creationId xmlns:a16="http://schemas.microsoft.com/office/drawing/2014/main" id="{3D97DFFA-4779-4004-9BBB-2D634AB77B24}"/>
              </a:ext>
            </a:extLst>
          </p:cNvPr>
          <p:cNvSpPr/>
          <p:nvPr/>
        </p:nvSpPr>
        <p:spPr>
          <a:xfrm>
            <a:off x="1404543" y="809628"/>
            <a:ext cx="9382914" cy="4401205"/>
          </a:xfrm>
          <a:prstGeom prst="rect">
            <a:avLst/>
          </a:prstGeom>
          <a:solidFill>
            <a:schemeClr val="bg1"/>
          </a:solidFill>
          <a:ln>
            <a:solidFill>
              <a:schemeClr val="accent1"/>
            </a:solidFill>
          </a:ln>
        </p:spPr>
        <p:txBody>
          <a:bodyPr wrap="square">
            <a:spAutoFit/>
          </a:bodyPr>
          <a:lstStyle/>
          <a:p>
            <a:r>
              <a:rPr lang="en-ID" sz="2000" b="1" dirty="0"/>
              <a:t>&lt;style&gt;</a:t>
            </a:r>
          </a:p>
          <a:p>
            <a:r>
              <a:rPr lang="en-ID" sz="2000" b="1" dirty="0"/>
              <a:t>.</a:t>
            </a:r>
            <a:r>
              <a:rPr lang="en-ID" sz="2000" b="1" dirty="0" err="1"/>
              <a:t>DivContainer</a:t>
            </a:r>
            <a:r>
              <a:rPr lang="en-ID" sz="2000" b="1" dirty="0"/>
              <a:t> {</a:t>
            </a:r>
          </a:p>
          <a:p>
            <a:r>
              <a:rPr lang="en-ID" sz="2000" dirty="0"/>
              <a:t>  width: 80%;</a:t>
            </a:r>
          </a:p>
          <a:p>
            <a:r>
              <a:rPr lang="en-ID" sz="2000" dirty="0"/>
              <a:t>  margin: auto;</a:t>
            </a:r>
          </a:p>
          <a:p>
            <a:r>
              <a:rPr lang="en-ID" sz="2000" dirty="0"/>
              <a:t>  background-</a:t>
            </a:r>
            <a:r>
              <a:rPr lang="en-ID" sz="2000" dirty="0" err="1"/>
              <a:t>color</a:t>
            </a:r>
            <a:r>
              <a:rPr lang="en-ID" sz="2000" dirty="0"/>
              <a:t>: #CBCBCB;</a:t>
            </a:r>
          </a:p>
          <a:p>
            <a:r>
              <a:rPr lang="en-ID" sz="2000" dirty="0"/>
              <a:t>  padding: 20px;</a:t>
            </a:r>
          </a:p>
          <a:p>
            <a:r>
              <a:rPr lang="en-ID" sz="2000" dirty="0"/>
              <a:t>  border-radius: 8px;</a:t>
            </a:r>
          </a:p>
          <a:p>
            <a:r>
              <a:rPr lang="en-ID" sz="2000" b="1" dirty="0"/>
              <a:t>}</a:t>
            </a:r>
          </a:p>
          <a:p>
            <a:r>
              <a:rPr lang="en-ID" sz="2000" b="1" dirty="0"/>
              <a:t>.</a:t>
            </a:r>
            <a:r>
              <a:rPr lang="en-ID" sz="2000" b="1" dirty="0" err="1"/>
              <a:t>SpanContainer</a:t>
            </a:r>
            <a:r>
              <a:rPr lang="en-ID" sz="2000" b="1" dirty="0"/>
              <a:t> {</a:t>
            </a:r>
          </a:p>
          <a:p>
            <a:r>
              <a:rPr lang="en-ID" sz="2000" dirty="0"/>
              <a:t>  </a:t>
            </a:r>
            <a:r>
              <a:rPr lang="en-ID" sz="2000" dirty="0" err="1"/>
              <a:t>color:red</a:t>
            </a:r>
            <a:r>
              <a:rPr lang="en-ID" sz="2000" dirty="0"/>
              <a:t>;</a:t>
            </a:r>
          </a:p>
          <a:p>
            <a:r>
              <a:rPr lang="en-ID" sz="2000" b="1" dirty="0"/>
              <a:t>}</a:t>
            </a:r>
          </a:p>
          <a:p>
            <a:r>
              <a:rPr lang="en-ID" sz="2000" b="1" dirty="0"/>
              <a:t>&lt;/style&gt;</a:t>
            </a:r>
          </a:p>
          <a:p>
            <a:r>
              <a:rPr lang="en-ID" sz="2000" b="1" dirty="0"/>
              <a:t>&lt;div class="</a:t>
            </a:r>
            <a:r>
              <a:rPr lang="en-ID" sz="2000" b="1" dirty="0" err="1"/>
              <a:t>DivContainer</a:t>
            </a:r>
            <a:r>
              <a:rPr lang="en-ID" sz="2000" b="1" dirty="0"/>
              <a:t>"&gt;&lt;h1&gt;</a:t>
            </a:r>
            <a:r>
              <a:rPr lang="en-ID" sz="2000" dirty="0" err="1"/>
              <a:t>Judul</a:t>
            </a:r>
            <a:r>
              <a:rPr lang="en-ID" sz="2000" b="1" dirty="0"/>
              <a:t>&lt;/h1&gt; &lt;p&gt;</a:t>
            </a:r>
            <a:r>
              <a:rPr lang="en-ID" sz="2000" dirty="0"/>
              <a:t>Isi </a:t>
            </a:r>
            <a:r>
              <a:rPr lang="en-ID" sz="2000" dirty="0" err="1"/>
              <a:t>konten</a:t>
            </a:r>
            <a:r>
              <a:rPr lang="en-ID" sz="2000" dirty="0"/>
              <a:t>..</a:t>
            </a:r>
            <a:r>
              <a:rPr lang="en-ID" sz="2000" b="1" dirty="0"/>
              <a:t>.&lt;/p&gt;&lt;/div&gt; </a:t>
            </a:r>
          </a:p>
          <a:p>
            <a:r>
              <a:rPr lang="en-ID" sz="2000" b="1" dirty="0"/>
              <a:t>&lt;p&gt;</a:t>
            </a:r>
            <a:r>
              <a:rPr lang="en-ID" sz="2000" dirty="0" err="1"/>
              <a:t>Belajar</a:t>
            </a:r>
            <a:r>
              <a:rPr lang="en-ID" sz="2000" b="1" dirty="0"/>
              <a:t> &lt;span class="</a:t>
            </a:r>
            <a:r>
              <a:rPr lang="en-ID" sz="2000" b="1" dirty="0" err="1"/>
              <a:t>SpanContainer</a:t>
            </a:r>
            <a:r>
              <a:rPr lang="en-ID" sz="2000" b="1" dirty="0"/>
              <a:t>"&gt;HTML&lt;/span&gt;</a:t>
            </a:r>
            <a:r>
              <a:rPr lang="en-ID" sz="2000" dirty="0" err="1"/>
              <a:t>sangat</a:t>
            </a:r>
            <a:r>
              <a:rPr lang="en-ID" sz="2000" b="1" dirty="0"/>
              <a:t> </a:t>
            </a:r>
            <a:r>
              <a:rPr lang="en-ID" sz="2000" dirty="0" err="1"/>
              <a:t>menyenangkan</a:t>
            </a:r>
            <a:r>
              <a:rPr lang="en-ID" sz="2000" dirty="0"/>
              <a:t>!</a:t>
            </a:r>
            <a:r>
              <a:rPr lang="en-ID" sz="2000" b="1" dirty="0"/>
              <a:t>&lt;/p&gt;</a:t>
            </a:r>
          </a:p>
        </p:txBody>
      </p:sp>
      <p:pic>
        <p:nvPicPr>
          <p:cNvPr id="4" name="Picture 3">
            <a:extLst>
              <a:ext uri="{FF2B5EF4-FFF2-40B4-BE49-F238E27FC236}">
                <a16:creationId xmlns:a16="http://schemas.microsoft.com/office/drawing/2014/main" id="{9E281EB7-2C0A-4525-BED4-30B7DCA4B5FE}"/>
              </a:ext>
            </a:extLst>
          </p:cNvPr>
          <p:cNvPicPr>
            <a:picLocks noChangeAspect="1"/>
          </p:cNvPicPr>
          <p:nvPr/>
        </p:nvPicPr>
        <p:blipFill>
          <a:blip r:embed="rId2"/>
          <a:stretch>
            <a:fillRect/>
          </a:stretch>
        </p:blipFill>
        <p:spPr>
          <a:xfrm>
            <a:off x="1098495" y="893135"/>
            <a:ext cx="10023161" cy="5879805"/>
          </a:xfrm>
          <a:prstGeom prst="rect">
            <a:avLst/>
          </a:prstGeom>
        </p:spPr>
      </p:pic>
    </p:spTree>
    <p:extLst>
      <p:ext uri="{BB962C8B-B14F-4D97-AF65-F5344CB8AC3E}">
        <p14:creationId xmlns:p14="http://schemas.microsoft.com/office/powerpoint/2010/main" val="35357654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37"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arn(outVertical)">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8610570" y="192480"/>
            <a:ext cx="3695243" cy="428387"/>
          </a:xfrm>
          <a:prstGeom prst="rect">
            <a:avLst/>
          </a:prstGeom>
        </p:spPr>
        <p:txBody>
          <a:bodyPr vert="horz" wrap="none" lIns="91440" tIns="45720" rIns="91440" bIns="45720" rtlCol="0" anchor="ctr">
            <a:spAutoFit/>
          </a:bodyPr>
          <a:lstStyle/>
          <a:p>
            <a:pPr algn="ctr">
              <a:lnSpc>
                <a:spcPct val="90000"/>
              </a:lnSpc>
              <a:spcBef>
                <a:spcPct val="0"/>
              </a:spcBef>
            </a:pPr>
            <a:r>
              <a:rPr lang="en-US" sz="2400" dirty="0" err="1">
                <a:effectLst>
                  <a:outerShdw blurRad="38100" dist="38100" dir="2700000" algn="tl">
                    <a:srgbClr val="000000">
                      <a:alpha val="43137"/>
                    </a:srgbClr>
                  </a:outerShdw>
                </a:effectLst>
                <a:latin typeface="Adobe Ming Std L" pitchFamily="18" charset="-128"/>
                <a:ea typeface="Adobe Ming Std L" pitchFamily="18" charset="-128"/>
              </a:rPr>
              <a:t>Perbedaan</a:t>
            </a:r>
            <a:r>
              <a:rPr lang="en-US" sz="2400" dirty="0">
                <a:effectLst>
                  <a:outerShdw blurRad="38100" dist="38100" dir="2700000" algn="tl">
                    <a:srgbClr val="000000">
                      <a:alpha val="43137"/>
                    </a:srgbClr>
                  </a:outerShdw>
                </a:effectLst>
                <a:latin typeface="Adobe Ming Std L" pitchFamily="18" charset="-128"/>
                <a:ea typeface="Adobe Ming Std L" pitchFamily="18" charset="-128"/>
              </a:rPr>
              <a:t> Class dan ID </a:t>
            </a:r>
          </a:p>
        </p:txBody>
      </p:sp>
      <p:sp>
        <p:nvSpPr>
          <p:cNvPr id="8" name="Rectangle 7"/>
          <p:cNvSpPr/>
          <p:nvPr/>
        </p:nvSpPr>
        <p:spPr>
          <a:xfrm>
            <a:off x="1722475" y="705928"/>
            <a:ext cx="10469526" cy="1133965"/>
          </a:xfrm>
          <a:prstGeom prst="rect">
            <a:avLst/>
          </a:prstGeom>
        </p:spPr>
        <p:txBody>
          <a:bodyPr wrap="square">
            <a:spAutoFit/>
          </a:bodyPr>
          <a:lstStyle/>
          <a:p>
            <a:pPr marL="263525" indent="-263525" algn="just">
              <a:lnSpc>
                <a:spcPct val="150000"/>
              </a:lnSpc>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 </a:t>
            </a:r>
            <a:r>
              <a:rPr lang="en-US" sz="2400" b="1" dirty="0">
                <a:latin typeface="Times New Roman" panose="02020603050405020304" pitchFamily="18" charset="0"/>
                <a:cs typeface="Times New Roman" panose="02020603050405020304" pitchFamily="18" charset="0"/>
              </a:rPr>
              <a:t>Class</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menggunakan</a:t>
            </a:r>
            <a:r>
              <a:rPr lang="en-US" sz="2400" dirty="0">
                <a:latin typeface="Times New Roman" panose="02020603050405020304" pitchFamily="18" charset="0"/>
                <a:cs typeface="Times New Roman" panose="02020603050405020304" pitchFamily="18" charset="0"/>
              </a:rPr>
              <a:t> </a:t>
            </a:r>
            <a:r>
              <a:rPr lang="en-US" sz="2400" b="1" dirty="0" err="1">
                <a:latin typeface="Times New Roman" panose="02020603050405020304" pitchFamily="18" charset="0"/>
                <a:cs typeface="Times New Roman" panose="02020603050405020304" pitchFamily="18" charset="0"/>
              </a:rPr>
              <a:t>perintah</a:t>
            </a:r>
            <a:r>
              <a:rPr lang="en-US" sz="2400" b="1" dirty="0">
                <a:latin typeface="Times New Roman" panose="02020603050405020304" pitchFamily="18" charset="0"/>
                <a:cs typeface="Times New Roman" panose="02020603050405020304" pitchFamily="18" charset="0"/>
              </a:rPr>
              <a:t> </a:t>
            </a:r>
            <a:r>
              <a:rPr lang="en-US" sz="2400" b="1" dirty="0" err="1">
                <a:latin typeface="Times New Roman" panose="02020603050405020304" pitchFamily="18" charset="0"/>
                <a:cs typeface="Times New Roman" panose="02020603050405020304" pitchFamily="18" charset="0"/>
              </a:rPr>
              <a:t>bertitik</a:t>
            </a:r>
            <a:r>
              <a:rPr lang="en-US" sz="2400" b="1" dirty="0">
                <a:latin typeface="Times New Roman" panose="02020603050405020304" pitchFamily="18" charset="0"/>
                <a:cs typeface="Times New Roman" panose="02020603050405020304" pitchFamily="18" charset="0"/>
              </a:rPr>
              <a:t> (.</a:t>
            </a:r>
            <a:r>
              <a:rPr lang="en-US" sz="2400" b="1" dirty="0" err="1">
                <a:latin typeface="Times New Roman" panose="02020603050405020304" pitchFamily="18" charset="0"/>
                <a:cs typeface="Times New Roman" panose="02020603050405020304" pitchFamily="18" charset="0"/>
              </a:rPr>
              <a:t>tebal</a:t>
            </a:r>
            <a:r>
              <a:rPr lang="en-US" sz="2400" b="1" dirty="0">
                <a:latin typeface="Times New Roman" panose="02020603050405020304" pitchFamily="18" charset="0"/>
                <a:cs typeface="Times New Roman" panose="02020603050405020304" pitchFamily="18" charset="0"/>
              </a:rPr>
              <a:t>)</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dapat</a:t>
            </a:r>
            <a:r>
              <a:rPr lang="en-US" sz="2400" dirty="0">
                <a:latin typeface="Times New Roman" panose="02020603050405020304" pitchFamily="18" charset="0"/>
                <a:cs typeface="Times New Roman" panose="02020603050405020304" pitchFamily="18" charset="0"/>
              </a:rPr>
              <a:t> </a:t>
            </a:r>
            <a:r>
              <a:rPr lang="en-US" sz="2400" b="1" dirty="0" err="1">
                <a:latin typeface="Times New Roman" panose="02020603050405020304" pitchFamily="18" charset="0"/>
                <a:cs typeface="Times New Roman" panose="02020603050405020304" pitchFamily="18" charset="0"/>
              </a:rPr>
              <a:t>dipanggil</a:t>
            </a:r>
            <a:r>
              <a:rPr lang="en-US" sz="2400" b="1" dirty="0">
                <a:latin typeface="Times New Roman" panose="02020603050405020304" pitchFamily="18" charset="0"/>
                <a:cs typeface="Times New Roman" panose="02020603050405020304" pitchFamily="18" charset="0"/>
              </a:rPr>
              <a:t> </a:t>
            </a:r>
            <a:r>
              <a:rPr lang="en-US" sz="2400" b="1" dirty="0" err="1">
                <a:latin typeface="Times New Roman" panose="02020603050405020304" pitchFamily="18" charset="0"/>
                <a:cs typeface="Times New Roman" panose="02020603050405020304" pitchFamily="18" charset="0"/>
              </a:rPr>
              <a:t>berulang</a:t>
            </a:r>
            <a:r>
              <a:rPr lang="en-US" sz="2400" b="1" dirty="0">
                <a:latin typeface="Times New Roman" panose="02020603050405020304" pitchFamily="18" charset="0"/>
                <a:cs typeface="Times New Roman" panose="02020603050405020304" pitchFamily="18" charset="0"/>
              </a:rPr>
              <a:t> kali.  </a:t>
            </a:r>
          </a:p>
          <a:p>
            <a:pPr marL="263525" indent="-263525" algn="just">
              <a:lnSpc>
                <a:spcPct val="150000"/>
              </a:lnSpc>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 </a:t>
            </a:r>
            <a:r>
              <a:rPr lang="en-US" sz="2400" b="1" dirty="0">
                <a:latin typeface="Times New Roman" panose="02020603050405020304" pitchFamily="18" charset="0"/>
                <a:cs typeface="Times New Roman" panose="02020603050405020304" pitchFamily="18" charset="0"/>
              </a:rPr>
              <a:t>ID</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menggunakan</a:t>
            </a:r>
            <a:r>
              <a:rPr lang="en-US" sz="2400" dirty="0">
                <a:latin typeface="Times New Roman" panose="02020603050405020304" pitchFamily="18" charset="0"/>
                <a:cs typeface="Times New Roman" panose="02020603050405020304" pitchFamily="18" charset="0"/>
              </a:rPr>
              <a:t> </a:t>
            </a:r>
            <a:r>
              <a:rPr lang="en-US" sz="2400" b="1" dirty="0" err="1">
                <a:latin typeface="Times New Roman" panose="02020603050405020304" pitchFamily="18" charset="0"/>
                <a:cs typeface="Times New Roman" panose="02020603050405020304" pitchFamily="18" charset="0"/>
              </a:rPr>
              <a:t>tanda</a:t>
            </a:r>
            <a:r>
              <a:rPr lang="en-US" sz="2400" b="1" dirty="0">
                <a:latin typeface="Times New Roman" panose="02020603050405020304" pitchFamily="18" charset="0"/>
                <a:cs typeface="Times New Roman" panose="02020603050405020304" pitchFamily="18" charset="0"/>
              </a:rPr>
              <a:t> </a:t>
            </a:r>
            <a:r>
              <a:rPr lang="en-US" sz="2400" b="1" dirty="0" err="1">
                <a:latin typeface="Times New Roman" panose="02020603050405020304" pitchFamily="18" charset="0"/>
                <a:cs typeface="Times New Roman" panose="02020603050405020304" pitchFamily="18" charset="0"/>
              </a:rPr>
              <a:t>pagar</a:t>
            </a:r>
            <a:r>
              <a:rPr lang="en-US" sz="2400" b="1" dirty="0">
                <a:latin typeface="Times New Roman" panose="02020603050405020304" pitchFamily="18" charset="0"/>
                <a:cs typeface="Times New Roman" panose="02020603050405020304" pitchFamily="18" charset="0"/>
              </a:rPr>
              <a:t> (#tagid1)</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hanya</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dapat</a:t>
            </a:r>
            <a:r>
              <a:rPr lang="en-US" sz="2400" dirty="0">
                <a:latin typeface="Times New Roman" panose="02020603050405020304" pitchFamily="18" charset="0"/>
                <a:cs typeface="Times New Roman" panose="02020603050405020304" pitchFamily="18" charset="0"/>
              </a:rPr>
              <a:t> </a:t>
            </a:r>
            <a:r>
              <a:rPr lang="en-US" sz="2400" b="1" dirty="0" err="1">
                <a:latin typeface="Times New Roman" panose="02020603050405020304" pitchFamily="18" charset="0"/>
                <a:cs typeface="Times New Roman" panose="02020603050405020304" pitchFamily="18" charset="0"/>
              </a:rPr>
              <a:t>digunakan</a:t>
            </a:r>
            <a:r>
              <a:rPr lang="en-US" sz="2400" b="1" dirty="0">
                <a:latin typeface="Times New Roman" panose="02020603050405020304" pitchFamily="18" charset="0"/>
                <a:cs typeface="Times New Roman" panose="02020603050405020304" pitchFamily="18" charset="0"/>
              </a:rPr>
              <a:t> </a:t>
            </a:r>
            <a:r>
              <a:rPr lang="en-US" sz="2400" b="1" dirty="0" err="1">
                <a:latin typeface="Times New Roman" panose="02020603050405020304" pitchFamily="18" charset="0"/>
                <a:cs typeface="Times New Roman" panose="02020603050405020304" pitchFamily="18" charset="0"/>
              </a:rPr>
              <a:t>sekali</a:t>
            </a:r>
            <a:r>
              <a:rPr lang="en-US" sz="2400" b="1"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373409572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8610570" y="192480"/>
            <a:ext cx="3695243" cy="428387"/>
          </a:xfrm>
          <a:prstGeom prst="rect">
            <a:avLst/>
          </a:prstGeom>
        </p:spPr>
        <p:txBody>
          <a:bodyPr vert="horz" wrap="none" lIns="91440" tIns="45720" rIns="91440" bIns="45720" rtlCol="0" anchor="ctr">
            <a:spAutoFit/>
          </a:bodyPr>
          <a:lstStyle/>
          <a:p>
            <a:pPr algn="ctr">
              <a:lnSpc>
                <a:spcPct val="90000"/>
              </a:lnSpc>
              <a:spcBef>
                <a:spcPct val="0"/>
              </a:spcBef>
            </a:pPr>
            <a:r>
              <a:rPr lang="en-US" sz="2400" dirty="0" err="1">
                <a:effectLst>
                  <a:outerShdw blurRad="38100" dist="38100" dir="2700000" algn="tl">
                    <a:srgbClr val="000000">
                      <a:alpha val="43137"/>
                    </a:srgbClr>
                  </a:outerShdw>
                </a:effectLst>
                <a:latin typeface="Adobe Ming Std L" pitchFamily="18" charset="-128"/>
                <a:ea typeface="Adobe Ming Std L" pitchFamily="18" charset="-128"/>
              </a:rPr>
              <a:t>Perbedaan</a:t>
            </a:r>
            <a:r>
              <a:rPr lang="en-US" sz="2400" dirty="0">
                <a:effectLst>
                  <a:outerShdw blurRad="38100" dist="38100" dir="2700000" algn="tl">
                    <a:srgbClr val="000000">
                      <a:alpha val="43137"/>
                    </a:srgbClr>
                  </a:outerShdw>
                </a:effectLst>
                <a:latin typeface="Adobe Ming Std L" pitchFamily="18" charset="-128"/>
                <a:ea typeface="Adobe Ming Std L" pitchFamily="18" charset="-128"/>
              </a:rPr>
              <a:t> Class dan ID </a:t>
            </a:r>
          </a:p>
        </p:txBody>
      </p:sp>
      <p:sp>
        <p:nvSpPr>
          <p:cNvPr id="4" name="Rectangle 3">
            <a:extLst>
              <a:ext uri="{FF2B5EF4-FFF2-40B4-BE49-F238E27FC236}">
                <a16:creationId xmlns:a16="http://schemas.microsoft.com/office/drawing/2014/main" id="{80774294-F23A-472D-A6E9-F1E132256AA9}"/>
              </a:ext>
            </a:extLst>
          </p:cNvPr>
          <p:cNvSpPr/>
          <p:nvPr/>
        </p:nvSpPr>
        <p:spPr>
          <a:xfrm>
            <a:off x="1234423" y="756210"/>
            <a:ext cx="9382914" cy="5509200"/>
          </a:xfrm>
          <a:prstGeom prst="rect">
            <a:avLst/>
          </a:prstGeom>
          <a:solidFill>
            <a:schemeClr val="bg1"/>
          </a:solidFill>
          <a:ln>
            <a:solidFill>
              <a:schemeClr val="accent1"/>
            </a:solidFill>
          </a:ln>
        </p:spPr>
        <p:txBody>
          <a:bodyPr wrap="square">
            <a:spAutoFit/>
          </a:bodyPr>
          <a:lstStyle/>
          <a:p>
            <a:r>
              <a:rPr lang="en-ID" sz="2200" b="1" dirty="0"/>
              <a:t>&lt;style&gt;</a:t>
            </a:r>
          </a:p>
          <a:p>
            <a:r>
              <a:rPr lang="en-ID" sz="2200" b="1" dirty="0">
                <a:solidFill>
                  <a:schemeClr val="bg1">
                    <a:lumMod val="50000"/>
                  </a:schemeClr>
                </a:solidFill>
              </a:rPr>
              <a:t>/* ====== Styling </a:t>
            </a:r>
            <a:r>
              <a:rPr lang="en-ID" sz="2200" b="1" dirty="0" err="1">
                <a:solidFill>
                  <a:schemeClr val="bg1">
                    <a:lumMod val="50000"/>
                  </a:schemeClr>
                </a:solidFill>
              </a:rPr>
              <a:t>dengan</a:t>
            </a:r>
            <a:r>
              <a:rPr lang="en-ID" sz="2200" b="1" dirty="0">
                <a:solidFill>
                  <a:schemeClr val="bg1">
                    <a:lumMod val="50000"/>
                  </a:schemeClr>
                </a:solidFill>
              </a:rPr>
              <a:t> CLASS ====== */</a:t>
            </a:r>
          </a:p>
          <a:p>
            <a:r>
              <a:rPr lang="en-US" sz="2200" b="1" dirty="0"/>
              <a:t>#</a:t>
            </a:r>
            <a:r>
              <a:rPr lang="en-US" sz="2200" b="1" dirty="0" err="1"/>
              <a:t>myHeader</a:t>
            </a:r>
            <a:r>
              <a:rPr lang="en-US" sz="2200" b="1" dirty="0"/>
              <a:t> {</a:t>
            </a:r>
          </a:p>
          <a:p>
            <a:r>
              <a:rPr lang="en-US" sz="2200" dirty="0"/>
              <a:t>  background-color: </a:t>
            </a:r>
            <a:r>
              <a:rPr lang="en-US" sz="2200" dirty="0" err="1"/>
              <a:t>lightblue</a:t>
            </a:r>
            <a:r>
              <a:rPr lang="en-US" sz="2200" dirty="0"/>
              <a:t>;</a:t>
            </a:r>
          </a:p>
          <a:p>
            <a:r>
              <a:rPr lang="en-US" sz="2200" dirty="0"/>
              <a:t>  color: black;</a:t>
            </a:r>
          </a:p>
          <a:p>
            <a:r>
              <a:rPr lang="en-US" sz="2200" dirty="0"/>
              <a:t>  padding: 40px;</a:t>
            </a:r>
          </a:p>
          <a:p>
            <a:r>
              <a:rPr lang="en-US" sz="2200" dirty="0"/>
              <a:t>  text-align: center;</a:t>
            </a:r>
          </a:p>
          <a:p>
            <a:r>
              <a:rPr lang="en-US" sz="2200" b="1" dirty="0"/>
              <a:t>}</a:t>
            </a:r>
          </a:p>
          <a:p>
            <a:endParaRPr lang="en-US" sz="2200" b="1" dirty="0"/>
          </a:p>
          <a:p>
            <a:r>
              <a:rPr lang="en-US" sz="2200" b="1" dirty="0"/>
              <a:t>/* ====== Styling </a:t>
            </a:r>
            <a:r>
              <a:rPr lang="en-US" sz="2200" b="1" dirty="0" err="1"/>
              <a:t>dengan</a:t>
            </a:r>
            <a:r>
              <a:rPr lang="en-US" sz="2200" b="1" dirty="0"/>
              <a:t> CLASS ====== */</a:t>
            </a:r>
          </a:p>
          <a:p>
            <a:r>
              <a:rPr lang="en-US" sz="2200" b="1" dirty="0"/>
              <a:t>.city {</a:t>
            </a:r>
          </a:p>
          <a:p>
            <a:r>
              <a:rPr lang="en-US" sz="2200" dirty="0"/>
              <a:t>  background-color: tomato;</a:t>
            </a:r>
          </a:p>
          <a:p>
            <a:r>
              <a:rPr lang="en-US" sz="2200" dirty="0"/>
              <a:t>  color: white;</a:t>
            </a:r>
          </a:p>
          <a:p>
            <a:r>
              <a:rPr lang="en-US" sz="2200" dirty="0"/>
              <a:t>  padding: 10px;</a:t>
            </a:r>
          </a:p>
          <a:p>
            <a:r>
              <a:rPr lang="en-US" sz="2200" b="1" dirty="0"/>
              <a:t>}</a:t>
            </a:r>
          </a:p>
          <a:p>
            <a:r>
              <a:rPr lang="en-ID" sz="2200" b="1" dirty="0"/>
              <a:t>&lt;/style&gt;</a:t>
            </a:r>
          </a:p>
        </p:txBody>
      </p:sp>
    </p:spTree>
    <p:extLst>
      <p:ext uri="{BB962C8B-B14F-4D97-AF65-F5344CB8AC3E}">
        <p14:creationId xmlns:p14="http://schemas.microsoft.com/office/powerpoint/2010/main" val="200326998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8610570" y="192480"/>
            <a:ext cx="3695243" cy="428387"/>
          </a:xfrm>
          <a:prstGeom prst="rect">
            <a:avLst/>
          </a:prstGeom>
        </p:spPr>
        <p:txBody>
          <a:bodyPr vert="horz" wrap="none" lIns="91440" tIns="45720" rIns="91440" bIns="45720" rtlCol="0" anchor="ctr">
            <a:spAutoFit/>
          </a:bodyPr>
          <a:lstStyle/>
          <a:p>
            <a:pPr algn="ctr">
              <a:lnSpc>
                <a:spcPct val="90000"/>
              </a:lnSpc>
              <a:spcBef>
                <a:spcPct val="0"/>
              </a:spcBef>
            </a:pPr>
            <a:r>
              <a:rPr lang="en-US" sz="2400" dirty="0" err="1">
                <a:effectLst>
                  <a:outerShdw blurRad="38100" dist="38100" dir="2700000" algn="tl">
                    <a:srgbClr val="000000">
                      <a:alpha val="43137"/>
                    </a:srgbClr>
                  </a:outerShdw>
                </a:effectLst>
                <a:latin typeface="Adobe Ming Std L" pitchFamily="18" charset="-128"/>
                <a:ea typeface="Adobe Ming Std L" pitchFamily="18" charset="-128"/>
              </a:rPr>
              <a:t>Perbedaan</a:t>
            </a:r>
            <a:r>
              <a:rPr lang="en-US" sz="2400" dirty="0">
                <a:effectLst>
                  <a:outerShdw blurRad="38100" dist="38100" dir="2700000" algn="tl">
                    <a:srgbClr val="000000">
                      <a:alpha val="43137"/>
                    </a:srgbClr>
                  </a:outerShdw>
                </a:effectLst>
                <a:latin typeface="Adobe Ming Std L" pitchFamily="18" charset="-128"/>
                <a:ea typeface="Adobe Ming Std L" pitchFamily="18" charset="-128"/>
              </a:rPr>
              <a:t> Class dan ID </a:t>
            </a:r>
          </a:p>
        </p:txBody>
      </p:sp>
      <p:sp>
        <p:nvSpPr>
          <p:cNvPr id="4" name="Rectangle 3">
            <a:extLst>
              <a:ext uri="{FF2B5EF4-FFF2-40B4-BE49-F238E27FC236}">
                <a16:creationId xmlns:a16="http://schemas.microsoft.com/office/drawing/2014/main" id="{80774294-F23A-472D-A6E9-F1E132256AA9}"/>
              </a:ext>
            </a:extLst>
          </p:cNvPr>
          <p:cNvSpPr/>
          <p:nvPr/>
        </p:nvSpPr>
        <p:spPr>
          <a:xfrm>
            <a:off x="1287585" y="798995"/>
            <a:ext cx="9382914" cy="5847755"/>
          </a:xfrm>
          <a:prstGeom prst="rect">
            <a:avLst/>
          </a:prstGeom>
          <a:solidFill>
            <a:schemeClr val="bg1"/>
          </a:solidFill>
          <a:ln>
            <a:solidFill>
              <a:schemeClr val="accent1"/>
            </a:solidFill>
          </a:ln>
        </p:spPr>
        <p:txBody>
          <a:bodyPr wrap="square">
            <a:spAutoFit/>
          </a:bodyPr>
          <a:lstStyle/>
          <a:p>
            <a:r>
              <a:rPr lang="en-ID" sz="2200" b="1" dirty="0"/>
              <a:t>&lt;h2&gt;</a:t>
            </a:r>
            <a:r>
              <a:rPr lang="en-ID" sz="2200" dirty="0" err="1"/>
              <a:t>Perbedaan</a:t>
            </a:r>
            <a:r>
              <a:rPr lang="en-ID" sz="2200" dirty="0"/>
              <a:t> Class dan ID</a:t>
            </a:r>
            <a:r>
              <a:rPr lang="en-ID" sz="2200" b="1" dirty="0"/>
              <a:t>&lt;/h2&gt;</a:t>
            </a:r>
          </a:p>
          <a:p>
            <a:r>
              <a:rPr lang="en-ID" sz="2200" b="1" dirty="0"/>
              <a:t>&lt;p&gt;</a:t>
            </a:r>
            <a:r>
              <a:rPr lang="en-ID" sz="2200" dirty="0" err="1"/>
              <a:t>Halaman</a:t>
            </a:r>
            <a:r>
              <a:rPr lang="en-ID" sz="2200" dirty="0"/>
              <a:t> HTML </a:t>
            </a:r>
            <a:r>
              <a:rPr lang="en-ID" sz="2200" dirty="0" err="1"/>
              <a:t>hanya</a:t>
            </a:r>
            <a:r>
              <a:rPr lang="en-ID" sz="2200" dirty="0"/>
              <a:t> </a:t>
            </a:r>
            <a:r>
              <a:rPr lang="en-ID" sz="2200" dirty="0" err="1"/>
              <a:t>dapat</a:t>
            </a:r>
            <a:r>
              <a:rPr lang="en-ID" sz="2200" dirty="0"/>
              <a:t> </a:t>
            </a:r>
            <a:r>
              <a:rPr lang="en-ID" sz="2200" dirty="0" err="1"/>
              <a:t>memiliki</a:t>
            </a:r>
            <a:r>
              <a:rPr lang="en-ID" sz="2200" dirty="0"/>
              <a:t> </a:t>
            </a:r>
            <a:r>
              <a:rPr lang="en-ID" sz="2200" dirty="0" err="1"/>
              <a:t>satu</a:t>
            </a:r>
            <a:r>
              <a:rPr lang="en-ID" sz="2200" dirty="0"/>
              <a:t> id </a:t>
            </a:r>
            <a:r>
              <a:rPr lang="en-ID" sz="2200" dirty="0" err="1"/>
              <a:t>unik</a:t>
            </a:r>
            <a:r>
              <a:rPr lang="en-ID" sz="2200" dirty="0"/>
              <a:t> yang </a:t>
            </a:r>
            <a:r>
              <a:rPr lang="en-ID" sz="2200" dirty="0" err="1"/>
              <a:t>diterapkan</a:t>
            </a:r>
            <a:r>
              <a:rPr lang="en-ID" sz="2200" dirty="0"/>
              <a:t> </a:t>
            </a:r>
            <a:r>
              <a:rPr lang="en-ID" sz="2200" dirty="0" err="1"/>
              <a:t>ke</a:t>
            </a:r>
            <a:r>
              <a:rPr lang="en-ID" sz="2200" dirty="0"/>
              <a:t> 1 </a:t>
            </a:r>
            <a:r>
              <a:rPr lang="en-ID" sz="2200" dirty="0" err="1"/>
              <a:t>elemen</a:t>
            </a:r>
            <a:r>
              <a:rPr lang="en-ID" sz="2200" dirty="0"/>
              <a:t> </a:t>
            </a:r>
            <a:r>
              <a:rPr lang="en-ID" sz="2200" dirty="0" err="1"/>
              <a:t>tertentu</a:t>
            </a:r>
            <a:r>
              <a:rPr lang="en-ID" sz="2200" dirty="0"/>
              <a:t>, </a:t>
            </a:r>
            <a:r>
              <a:rPr lang="en-ID" sz="2200" dirty="0" err="1"/>
              <a:t>sementara</a:t>
            </a:r>
            <a:r>
              <a:rPr lang="en-ID" sz="2200" dirty="0"/>
              <a:t> </a:t>
            </a:r>
            <a:r>
              <a:rPr lang="en-ID" sz="2200" dirty="0" err="1"/>
              <a:t>nama</a:t>
            </a:r>
            <a:r>
              <a:rPr lang="en-ID" sz="2200" dirty="0"/>
              <a:t> class </a:t>
            </a:r>
            <a:r>
              <a:rPr lang="en-ID" sz="2200" dirty="0" err="1"/>
              <a:t>dapat</a:t>
            </a:r>
            <a:r>
              <a:rPr lang="en-ID" sz="2200" dirty="0"/>
              <a:t> </a:t>
            </a:r>
            <a:r>
              <a:rPr lang="en-ID" sz="2200" dirty="0" err="1"/>
              <a:t>diterapkan</a:t>
            </a:r>
            <a:r>
              <a:rPr lang="en-ID" sz="2200" dirty="0"/>
              <a:t> </a:t>
            </a:r>
            <a:r>
              <a:rPr lang="en-ID" sz="2200" dirty="0" err="1"/>
              <a:t>ke</a:t>
            </a:r>
            <a:r>
              <a:rPr lang="en-ID" sz="2200" dirty="0"/>
              <a:t> </a:t>
            </a:r>
            <a:r>
              <a:rPr lang="en-ID" sz="2200" dirty="0" err="1"/>
              <a:t>beberapa</a:t>
            </a:r>
            <a:r>
              <a:rPr lang="en-ID" sz="2200" dirty="0"/>
              <a:t> </a:t>
            </a:r>
            <a:r>
              <a:rPr lang="en-ID" sz="2200" dirty="0" err="1"/>
              <a:t>elemen</a:t>
            </a:r>
            <a:r>
              <a:rPr lang="en-ID" sz="2200" dirty="0"/>
              <a:t>.</a:t>
            </a:r>
          </a:p>
          <a:p>
            <a:r>
              <a:rPr lang="en-ID" sz="2200" b="1" dirty="0"/>
              <a:t>&lt;/p&gt;</a:t>
            </a:r>
          </a:p>
          <a:p>
            <a:endParaRPr lang="en-ID" sz="2200" b="1" dirty="0">
              <a:solidFill>
                <a:schemeClr val="bg1">
                  <a:lumMod val="50000"/>
                </a:schemeClr>
              </a:solidFill>
            </a:endParaRPr>
          </a:p>
          <a:p>
            <a:r>
              <a:rPr lang="en-ID" sz="2200" b="1" dirty="0">
                <a:solidFill>
                  <a:schemeClr val="bg1">
                    <a:lumMod val="50000"/>
                  </a:schemeClr>
                </a:solidFill>
              </a:rPr>
              <a:t>&lt;!-- </a:t>
            </a:r>
            <a:r>
              <a:rPr lang="en-ID" sz="2200" b="1" dirty="0" err="1">
                <a:solidFill>
                  <a:schemeClr val="bg1">
                    <a:lumMod val="50000"/>
                  </a:schemeClr>
                </a:solidFill>
              </a:rPr>
              <a:t>unik</a:t>
            </a:r>
            <a:r>
              <a:rPr lang="en-ID" sz="2200" b="1" dirty="0">
                <a:solidFill>
                  <a:schemeClr val="bg1">
                    <a:lumMod val="50000"/>
                  </a:schemeClr>
                </a:solidFill>
              </a:rPr>
              <a:t> element --&gt;</a:t>
            </a:r>
          </a:p>
          <a:p>
            <a:r>
              <a:rPr lang="en-ID" sz="2200" b="1" dirty="0"/>
              <a:t>&lt;h1 id="</a:t>
            </a:r>
            <a:r>
              <a:rPr lang="en-ID" sz="2200" b="1" dirty="0" err="1"/>
              <a:t>myHeader</a:t>
            </a:r>
            <a:r>
              <a:rPr lang="en-ID" sz="2200" b="1" dirty="0"/>
              <a:t>"&gt;</a:t>
            </a:r>
            <a:r>
              <a:rPr lang="en-ID" sz="2200" dirty="0"/>
              <a:t>Nama Kota</a:t>
            </a:r>
            <a:r>
              <a:rPr lang="en-ID" sz="2200" b="1" dirty="0"/>
              <a:t>&lt;/h1&gt;</a:t>
            </a:r>
          </a:p>
          <a:p>
            <a:endParaRPr lang="en-ID" sz="2200" b="1" dirty="0">
              <a:solidFill>
                <a:schemeClr val="bg1">
                  <a:lumMod val="50000"/>
                </a:schemeClr>
              </a:solidFill>
            </a:endParaRPr>
          </a:p>
          <a:p>
            <a:r>
              <a:rPr lang="en-ID" sz="2200" b="1" dirty="0">
                <a:solidFill>
                  <a:schemeClr val="bg1">
                    <a:lumMod val="50000"/>
                  </a:schemeClr>
                </a:solidFill>
              </a:rPr>
              <a:t>&lt;!-- </a:t>
            </a:r>
            <a:r>
              <a:rPr lang="en-ID" sz="2200" b="1" dirty="0" err="1">
                <a:solidFill>
                  <a:schemeClr val="bg1">
                    <a:lumMod val="50000"/>
                  </a:schemeClr>
                </a:solidFill>
              </a:rPr>
              <a:t>banyak</a:t>
            </a:r>
            <a:r>
              <a:rPr lang="en-ID" sz="2200" b="1" dirty="0">
                <a:solidFill>
                  <a:schemeClr val="bg1">
                    <a:lumMod val="50000"/>
                  </a:schemeClr>
                </a:solidFill>
              </a:rPr>
              <a:t> element --&gt;</a:t>
            </a:r>
          </a:p>
          <a:p>
            <a:r>
              <a:rPr lang="en-ID" sz="2200" b="1" dirty="0"/>
              <a:t>&lt;h2 class="city"&gt;</a:t>
            </a:r>
            <a:r>
              <a:rPr lang="en-ID" sz="2200" dirty="0"/>
              <a:t>London</a:t>
            </a:r>
            <a:r>
              <a:rPr lang="en-ID" sz="2200" b="1" dirty="0"/>
              <a:t>&lt;/h2&gt;</a:t>
            </a:r>
          </a:p>
          <a:p>
            <a:r>
              <a:rPr lang="en-ID" sz="2200" b="1" dirty="0"/>
              <a:t>&lt;p&gt;</a:t>
            </a:r>
            <a:r>
              <a:rPr lang="en-ID" sz="2200" dirty="0"/>
              <a:t>London </a:t>
            </a:r>
            <a:r>
              <a:rPr lang="en-ID" sz="2200" dirty="0" err="1"/>
              <a:t>adalah</a:t>
            </a:r>
            <a:r>
              <a:rPr lang="en-ID" sz="2200" dirty="0"/>
              <a:t> </a:t>
            </a:r>
            <a:r>
              <a:rPr lang="en-ID" sz="2200" dirty="0" err="1"/>
              <a:t>ibu</a:t>
            </a:r>
            <a:r>
              <a:rPr lang="en-ID" sz="2200" dirty="0"/>
              <a:t> </a:t>
            </a:r>
            <a:r>
              <a:rPr lang="en-ID" sz="2200" dirty="0" err="1"/>
              <a:t>kota</a:t>
            </a:r>
            <a:r>
              <a:rPr lang="en-ID" sz="2200" dirty="0"/>
              <a:t> </a:t>
            </a:r>
            <a:r>
              <a:rPr lang="en-ID" sz="2200" dirty="0" err="1"/>
              <a:t>Inggris</a:t>
            </a:r>
            <a:r>
              <a:rPr lang="en-ID" sz="2200" dirty="0"/>
              <a:t>.</a:t>
            </a:r>
            <a:r>
              <a:rPr lang="en-ID" sz="2200" b="1" dirty="0"/>
              <a:t>&lt;/p&gt;</a:t>
            </a:r>
          </a:p>
          <a:p>
            <a:endParaRPr lang="en-ID" sz="2200" b="1" dirty="0"/>
          </a:p>
          <a:p>
            <a:r>
              <a:rPr lang="en-ID" sz="2200" b="1" dirty="0"/>
              <a:t>&lt;h2 class="city"&gt;</a:t>
            </a:r>
            <a:r>
              <a:rPr lang="en-ID" sz="2200" dirty="0"/>
              <a:t>Paris</a:t>
            </a:r>
            <a:r>
              <a:rPr lang="en-ID" sz="2200" b="1" dirty="0"/>
              <a:t>&lt;/h2&gt;</a:t>
            </a:r>
          </a:p>
          <a:p>
            <a:r>
              <a:rPr lang="en-ID" sz="2200" b="1" dirty="0"/>
              <a:t>&lt;p&gt;</a:t>
            </a:r>
            <a:r>
              <a:rPr lang="en-ID" sz="2200" dirty="0"/>
              <a:t>Paris </a:t>
            </a:r>
            <a:r>
              <a:rPr lang="en-ID" sz="2200" dirty="0" err="1"/>
              <a:t>adalah</a:t>
            </a:r>
            <a:r>
              <a:rPr lang="en-ID" sz="2200" dirty="0"/>
              <a:t> </a:t>
            </a:r>
            <a:r>
              <a:rPr lang="en-ID" sz="2200" dirty="0" err="1"/>
              <a:t>ibu</a:t>
            </a:r>
            <a:r>
              <a:rPr lang="en-ID" sz="2200" dirty="0"/>
              <a:t> </a:t>
            </a:r>
            <a:r>
              <a:rPr lang="en-ID" sz="2200" dirty="0" err="1"/>
              <a:t>kota</a:t>
            </a:r>
            <a:r>
              <a:rPr lang="en-ID" sz="2200" dirty="0"/>
              <a:t> </a:t>
            </a:r>
            <a:r>
              <a:rPr lang="en-ID" sz="2200" dirty="0" err="1"/>
              <a:t>Prancis</a:t>
            </a:r>
            <a:r>
              <a:rPr lang="en-ID" sz="2200" dirty="0"/>
              <a:t>.</a:t>
            </a:r>
            <a:r>
              <a:rPr lang="en-ID" sz="2200" b="1" dirty="0"/>
              <a:t>&lt;/p&gt;</a:t>
            </a:r>
          </a:p>
          <a:p>
            <a:endParaRPr lang="en-ID" sz="2200" b="1" dirty="0">
              <a:solidFill>
                <a:schemeClr val="bg1">
                  <a:lumMod val="50000"/>
                </a:schemeClr>
              </a:solidFill>
            </a:endParaRPr>
          </a:p>
          <a:p>
            <a:r>
              <a:rPr lang="en-ID" sz="2200" b="1" dirty="0"/>
              <a:t>&lt;h2 class="city"&gt;</a:t>
            </a:r>
            <a:r>
              <a:rPr lang="en-ID" sz="2200" dirty="0"/>
              <a:t>Tokyo</a:t>
            </a:r>
            <a:r>
              <a:rPr lang="en-ID" sz="2200" b="1" dirty="0"/>
              <a:t>&lt;/h2&gt;</a:t>
            </a:r>
          </a:p>
          <a:p>
            <a:r>
              <a:rPr lang="en-ID" sz="2200" b="1" dirty="0"/>
              <a:t>&lt;p&gt;</a:t>
            </a:r>
            <a:r>
              <a:rPr lang="en-ID" sz="2200" dirty="0"/>
              <a:t>Tokyo </a:t>
            </a:r>
            <a:r>
              <a:rPr lang="en-ID" sz="2200" dirty="0" err="1"/>
              <a:t>adalah</a:t>
            </a:r>
            <a:r>
              <a:rPr lang="en-ID" sz="2200" dirty="0"/>
              <a:t> </a:t>
            </a:r>
            <a:r>
              <a:rPr lang="en-ID" sz="2200" dirty="0" err="1"/>
              <a:t>ibu</a:t>
            </a:r>
            <a:r>
              <a:rPr lang="en-ID" sz="2200" dirty="0"/>
              <a:t> </a:t>
            </a:r>
            <a:r>
              <a:rPr lang="en-ID" sz="2200" dirty="0" err="1"/>
              <a:t>kota</a:t>
            </a:r>
            <a:r>
              <a:rPr lang="en-ID" sz="2200" dirty="0"/>
              <a:t> </a:t>
            </a:r>
            <a:r>
              <a:rPr lang="en-ID" sz="2200" dirty="0" err="1"/>
              <a:t>Jepang</a:t>
            </a:r>
            <a:r>
              <a:rPr lang="en-ID" sz="2200" dirty="0"/>
              <a:t>.</a:t>
            </a:r>
            <a:r>
              <a:rPr lang="en-ID" sz="2200" b="1" dirty="0"/>
              <a:t>&lt;/p&gt;</a:t>
            </a:r>
          </a:p>
        </p:txBody>
      </p:sp>
    </p:spTree>
    <p:extLst>
      <p:ext uri="{BB962C8B-B14F-4D97-AF65-F5344CB8AC3E}">
        <p14:creationId xmlns:p14="http://schemas.microsoft.com/office/powerpoint/2010/main" val="311122017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8610570" y="192480"/>
            <a:ext cx="3695243" cy="428387"/>
          </a:xfrm>
          <a:prstGeom prst="rect">
            <a:avLst/>
          </a:prstGeom>
        </p:spPr>
        <p:txBody>
          <a:bodyPr vert="horz" wrap="none" lIns="91440" tIns="45720" rIns="91440" bIns="45720" rtlCol="0" anchor="ctr">
            <a:spAutoFit/>
          </a:bodyPr>
          <a:lstStyle/>
          <a:p>
            <a:pPr algn="ctr">
              <a:lnSpc>
                <a:spcPct val="90000"/>
              </a:lnSpc>
              <a:spcBef>
                <a:spcPct val="0"/>
              </a:spcBef>
            </a:pPr>
            <a:r>
              <a:rPr lang="en-US" sz="2400" dirty="0" err="1">
                <a:effectLst>
                  <a:outerShdw blurRad="38100" dist="38100" dir="2700000" algn="tl">
                    <a:srgbClr val="000000">
                      <a:alpha val="43137"/>
                    </a:srgbClr>
                  </a:outerShdw>
                </a:effectLst>
                <a:latin typeface="Adobe Ming Std L" pitchFamily="18" charset="-128"/>
                <a:ea typeface="Adobe Ming Std L" pitchFamily="18" charset="-128"/>
              </a:rPr>
              <a:t>Perbedaan</a:t>
            </a:r>
            <a:r>
              <a:rPr lang="en-US" sz="2400" dirty="0">
                <a:effectLst>
                  <a:outerShdw blurRad="38100" dist="38100" dir="2700000" algn="tl">
                    <a:srgbClr val="000000">
                      <a:alpha val="43137"/>
                    </a:srgbClr>
                  </a:outerShdw>
                </a:effectLst>
                <a:latin typeface="Adobe Ming Std L" pitchFamily="18" charset="-128"/>
                <a:ea typeface="Adobe Ming Std L" pitchFamily="18" charset="-128"/>
              </a:rPr>
              <a:t> Class dan ID </a:t>
            </a:r>
          </a:p>
        </p:txBody>
      </p:sp>
      <p:pic>
        <p:nvPicPr>
          <p:cNvPr id="2" name="Picture 1">
            <a:extLst>
              <a:ext uri="{FF2B5EF4-FFF2-40B4-BE49-F238E27FC236}">
                <a16:creationId xmlns:a16="http://schemas.microsoft.com/office/drawing/2014/main" id="{B5668C6B-58C9-47B7-940B-2E7CB94E3D8D}"/>
              </a:ext>
            </a:extLst>
          </p:cNvPr>
          <p:cNvPicPr>
            <a:picLocks noChangeAspect="1"/>
          </p:cNvPicPr>
          <p:nvPr/>
        </p:nvPicPr>
        <p:blipFill>
          <a:blip r:embed="rId2"/>
          <a:stretch>
            <a:fillRect/>
          </a:stretch>
        </p:blipFill>
        <p:spPr>
          <a:xfrm>
            <a:off x="2684928" y="96240"/>
            <a:ext cx="5925642" cy="6665520"/>
          </a:xfrm>
          <a:prstGeom prst="rect">
            <a:avLst/>
          </a:prstGeom>
        </p:spPr>
      </p:pic>
    </p:spTree>
    <p:extLst>
      <p:ext uri="{BB962C8B-B14F-4D97-AF65-F5344CB8AC3E}">
        <p14:creationId xmlns:p14="http://schemas.microsoft.com/office/powerpoint/2010/main" val="396345238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B634920-1D3A-4205-8034-37AF2B002CE3}"/>
              </a:ext>
            </a:extLst>
          </p:cNvPr>
          <p:cNvSpPr>
            <a:spLocks noChangeArrowheads="1"/>
          </p:cNvSpPr>
          <p:nvPr/>
        </p:nvSpPr>
        <p:spPr bwMode="auto">
          <a:xfrm>
            <a:off x="0" y="124471"/>
            <a:ext cx="8295733"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800" b="1" i="0" u="none" strike="noStrike" cap="none" normalizeH="0" baseline="0" dirty="0" err="1">
                <a:ln>
                  <a:noFill/>
                </a:ln>
                <a:solidFill>
                  <a:schemeClr val="tx1"/>
                </a:solidFill>
                <a:effectLst/>
              </a:rPr>
              <a:t>Membuat</a:t>
            </a:r>
            <a:r>
              <a:rPr kumimoji="0" lang="en-US" altLang="en-US" sz="2800" b="1" i="0" u="none" strike="noStrike" cap="none" normalizeH="0" baseline="0" dirty="0">
                <a:ln>
                  <a:noFill/>
                </a:ln>
                <a:solidFill>
                  <a:schemeClr val="tx1"/>
                </a:solidFill>
                <a:effectLst/>
              </a:rPr>
              <a:t> Layout </a:t>
            </a:r>
            <a:r>
              <a:rPr kumimoji="0" lang="en-US" altLang="en-US" sz="2800" b="1" i="0" u="none" strike="noStrike" cap="none" normalizeH="0" baseline="0" dirty="0" err="1">
                <a:ln>
                  <a:noFill/>
                </a:ln>
                <a:solidFill>
                  <a:schemeClr val="tx1"/>
                </a:solidFill>
                <a:effectLst/>
              </a:rPr>
              <a:t>Profil</a:t>
            </a:r>
            <a:r>
              <a:rPr kumimoji="0" lang="en-US" altLang="en-US" sz="2800" b="1" i="0" u="none" strike="noStrike" cap="none" normalizeH="0" baseline="0" dirty="0">
                <a:ln>
                  <a:noFill/>
                </a:ln>
                <a:solidFill>
                  <a:schemeClr val="tx1"/>
                </a:solidFill>
                <a:effectLst/>
              </a:rPr>
              <a:t> </a:t>
            </a:r>
            <a:r>
              <a:rPr kumimoji="0" lang="en-US" altLang="en-US" sz="2800" b="1" i="0" u="none" strike="noStrike" cap="none" normalizeH="0" baseline="0" dirty="0" err="1">
                <a:ln>
                  <a:noFill/>
                </a:ln>
                <a:solidFill>
                  <a:schemeClr val="tx1"/>
                </a:solidFill>
                <a:effectLst/>
              </a:rPr>
              <a:t>Dinamis</a:t>
            </a:r>
            <a:r>
              <a:rPr kumimoji="0" lang="en-US" altLang="en-US" sz="2800" b="1" i="0" u="none" strike="noStrike" cap="none" normalizeH="0" baseline="0" dirty="0">
                <a:ln>
                  <a:noFill/>
                </a:ln>
                <a:solidFill>
                  <a:schemeClr val="tx1"/>
                </a:solidFill>
                <a:effectLst/>
              </a:rPr>
              <a:t> </a:t>
            </a:r>
            <a:r>
              <a:rPr kumimoji="0" lang="en-US" altLang="en-US" sz="2800" b="1" i="0" u="none" strike="noStrike" cap="none" normalizeH="0" baseline="0" dirty="0" err="1">
                <a:ln>
                  <a:noFill/>
                </a:ln>
                <a:solidFill>
                  <a:schemeClr val="tx1"/>
                </a:solidFill>
                <a:effectLst/>
              </a:rPr>
              <a:t>dengan</a:t>
            </a:r>
            <a:r>
              <a:rPr kumimoji="0" lang="en-US" altLang="en-US" sz="2800" b="1" i="0" u="none" strike="noStrike" cap="none" normalizeH="0" baseline="0" dirty="0">
                <a:ln>
                  <a:noFill/>
                </a:ln>
                <a:solidFill>
                  <a:schemeClr val="tx1"/>
                </a:solidFill>
                <a:effectLst/>
              </a:rPr>
              <a:t> HTML dan CSS</a:t>
            </a:r>
          </a:p>
        </p:txBody>
      </p:sp>
      <p:sp>
        <p:nvSpPr>
          <p:cNvPr id="3" name="Rectangle 2">
            <a:extLst>
              <a:ext uri="{FF2B5EF4-FFF2-40B4-BE49-F238E27FC236}">
                <a16:creationId xmlns:a16="http://schemas.microsoft.com/office/drawing/2014/main" id="{F296B7C2-07B6-46A8-AE6F-6FB567F242D0}"/>
              </a:ext>
            </a:extLst>
          </p:cNvPr>
          <p:cNvSpPr>
            <a:spLocks noChangeArrowheads="1"/>
          </p:cNvSpPr>
          <p:nvPr/>
        </p:nvSpPr>
        <p:spPr bwMode="auto">
          <a:xfrm>
            <a:off x="0" y="1076192"/>
            <a:ext cx="11805796" cy="27853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514350" marR="0" lvl="0" indent="-514350" algn="l" defTabSz="914400" rtl="0" eaLnBrk="0" fontAlgn="base" latinLnBrk="0" hangingPunct="0">
              <a:lnSpc>
                <a:spcPct val="100000"/>
              </a:lnSpc>
              <a:spcBef>
                <a:spcPct val="0"/>
              </a:spcBef>
              <a:spcAft>
                <a:spcPct val="0"/>
              </a:spcAft>
              <a:buClrTx/>
              <a:buSzTx/>
              <a:buFont typeface="+mj-lt"/>
              <a:buAutoNum type="arabicParenR"/>
              <a:tabLst/>
            </a:pPr>
            <a:r>
              <a:rPr kumimoji="0" lang="en-US" altLang="en-US" sz="2500" b="0" i="0" u="none" strike="noStrike" cap="none" normalizeH="0" baseline="0" dirty="0" err="1">
                <a:ln>
                  <a:noFill/>
                </a:ln>
                <a:solidFill>
                  <a:schemeClr val="tx1"/>
                </a:solidFill>
                <a:effectLst/>
              </a:rPr>
              <a:t>Buatkan</a:t>
            </a:r>
            <a:r>
              <a:rPr kumimoji="0" lang="en-US" altLang="en-US" sz="2500" b="0" i="0" u="none" strike="noStrike" cap="none" normalizeH="0" baseline="0" dirty="0">
                <a:ln>
                  <a:noFill/>
                </a:ln>
                <a:solidFill>
                  <a:schemeClr val="tx1"/>
                </a:solidFill>
                <a:effectLst/>
              </a:rPr>
              <a:t> </a:t>
            </a:r>
            <a:r>
              <a:rPr kumimoji="0" lang="en-US" altLang="en-US" sz="2500" b="0" i="0" u="none" strike="noStrike" cap="none" normalizeH="0" baseline="0" dirty="0" err="1">
                <a:ln>
                  <a:noFill/>
                </a:ln>
                <a:solidFill>
                  <a:schemeClr val="tx1"/>
                </a:solidFill>
                <a:effectLst/>
              </a:rPr>
              <a:t>halaman</a:t>
            </a:r>
            <a:r>
              <a:rPr kumimoji="0" lang="en-US" altLang="en-US" sz="2500" b="0" i="0" u="none" strike="noStrike" cap="none" normalizeH="0" baseline="0" dirty="0">
                <a:ln>
                  <a:noFill/>
                </a:ln>
                <a:solidFill>
                  <a:schemeClr val="tx1"/>
                </a:solidFill>
                <a:effectLst/>
              </a:rPr>
              <a:t> web “</a:t>
            </a:r>
            <a:r>
              <a:rPr kumimoji="0" lang="en-US" altLang="en-US" sz="2500" b="0" i="0" u="none" strike="noStrike" cap="none" normalizeH="0" baseline="0" dirty="0" err="1">
                <a:ln>
                  <a:noFill/>
                </a:ln>
                <a:solidFill>
                  <a:schemeClr val="tx1"/>
                </a:solidFill>
                <a:effectLst/>
              </a:rPr>
              <a:t>Profil</a:t>
            </a:r>
            <a:r>
              <a:rPr kumimoji="0" lang="en-US" altLang="en-US" sz="2500" b="0" i="0" u="none" strike="noStrike" cap="none" normalizeH="0" baseline="0" dirty="0">
                <a:ln>
                  <a:noFill/>
                </a:ln>
                <a:solidFill>
                  <a:schemeClr val="tx1"/>
                </a:solidFill>
                <a:effectLst/>
              </a:rPr>
              <a:t> </a:t>
            </a:r>
            <a:r>
              <a:rPr kumimoji="0" lang="en-US" altLang="en-US" sz="2500" b="0" i="0" u="none" strike="noStrike" cap="none" normalizeH="0" baseline="0" dirty="0" err="1">
                <a:ln>
                  <a:noFill/>
                </a:ln>
                <a:solidFill>
                  <a:schemeClr val="tx1"/>
                </a:solidFill>
                <a:effectLst/>
              </a:rPr>
              <a:t>Mahasiswa</a:t>
            </a:r>
            <a:r>
              <a:rPr kumimoji="0" lang="en-US" altLang="en-US" sz="2500" b="0" i="0" u="none" strike="noStrike" cap="none" normalizeH="0" baseline="0" dirty="0">
                <a:ln>
                  <a:noFill/>
                </a:ln>
                <a:solidFill>
                  <a:schemeClr val="tx1"/>
                </a:solidFill>
                <a:effectLst/>
              </a:rPr>
              <a:t>”.</a:t>
            </a:r>
          </a:p>
          <a:p>
            <a:pPr marL="514350" marR="0" lvl="0" indent="-514350" algn="l" defTabSz="914400" rtl="0" eaLnBrk="0" fontAlgn="base" latinLnBrk="0" hangingPunct="0">
              <a:lnSpc>
                <a:spcPct val="100000"/>
              </a:lnSpc>
              <a:spcBef>
                <a:spcPct val="0"/>
              </a:spcBef>
              <a:spcAft>
                <a:spcPct val="0"/>
              </a:spcAft>
              <a:buClrTx/>
              <a:buSzTx/>
              <a:buFont typeface="+mj-lt"/>
              <a:buAutoNum type="arabicParenR"/>
              <a:tabLst/>
            </a:pPr>
            <a:r>
              <a:rPr kumimoji="0" lang="en-US" altLang="en-US" sz="2500" b="0" i="0" u="none" strike="noStrike" cap="none" normalizeH="0" baseline="0" dirty="0" err="1">
                <a:ln>
                  <a:noFill/>
                </a:ln>
                <a:solidFill>
                  <a:schemeClr val="tx1"/>
                </a:solidFill>
                <a:effectLst/>
              </a:rPr>
              <a:t>Terdiri</a:t>
            </a:r>
            <a:r>
              <a:rPr kumimoji="0" lang="en-US" altLang="en-US" sz="2500" b="0" i="0" u="none" strike="noStrike" cap="none" normalizeH="0" baseline="0" dirty="0">
                <a:ln>
                  <a:noFill/>
                </a:ln>
                <a:solidFill>
                  <a:schemeClr val="tx1"/>
                </a:solidFill>
                <a:effectLst/>
              </a:rPr>
              <a:t> </a:t>
            </a:r>
            <a:r>
              <a:rPr kumimoji="0" lang="en-US" altLang="en-US" sz="2500" b="0" i="0" u="none" strike="noStrike" cap="none" normalizeH="0" baseline="0" dirty="0" err="1">
                <a:ln>
                  <a:noFill/>
                </a:ln>
                <a:solidFill>
                  <a:schemeClr val="tx1"/>
                </a:solidFill>
                <a:effectLst/>
              </a:rPr>
              <a:t>dari</a:t>
            </a:r>
            <a:r>
              <a:rPr kumimoji="0" lang="en-US" altLang="en-US" sz="2500" b="0" i="0" u="none" strike="noStrike" cap="none" normalizeH="0" baseline="0" dirty="0">
                <a:ln>
                  <a:noFill/>
                </a:ln>
                <a:solidFill>
                  <a:schemeClr val="tx1"/>
                </a:solidFill>
                <a:effectLst/>
              </a:rPr>
              <a:t> 4 </a:t>
            </a:r>
            <a:r>
              <a:rPr kumimoji="0" lang="en-US" altLang="en-US" sz="2500" b="0" i="0" u="none" strike="noStrike" cap="none" normalizeH="0" baseline="0" dirty="0" err="1">
                <a:ln>
                  <a:noFill/>
                </a:ln>
                <a:solidFill>
                  <a:schemeClr val="tx1"/>
                </a:solidFill>
                <a:effectLst/>
              </a:rPr>
              <a:t>bagian</a:t>
            </a:r>
            <a:r>
              <a:rPr kumimoji="0" lang="en-US" altLang="en-US" sz="2500" b="0" i="0" u="none" strike="noStrike" cap="none" normalizeH="0" baseline="0" dirty="0">
                <a:ln>
                  <a:noFill/>
                </a:ln>
                <a:solidFill>
                  <a:schemeClr val="tx1"/>
                </a:solidFill>
                <a:effectLst/>
              </a:rPr>
              <a:t>:</a:t>
            </a:r>
          </a:p>
          <a:p>
            <a:pPr marL="1076325" lvl="1" indent="-538163" eaLnBrk="0" fontAlgn="base" hangingPunct="0">
              <a:spcBef>
                <a:spcPct val="0"/>
              </a:spcBef>
              <a:spcAft>
                <a:spcPct val="0"/>
              </a:spcAft>
              <a:buFont typeface="Wingdings" panose="05000000000000000000" pitchFamily="2" charset="2"/>
              <a:buChar char="Ø"/>
            </a:pPr>
            <a:r>
              <a:rPr kumimoji="0" lang="en-US" altLang="en-US" sz="2500" b="1" i="0" u="none" strike="noStrike" cap="none" normalizeH="0" baseline="0" dirty="0">
                <a:ln>
                  <a:noFill/>
                </a:ln>
                <a:solidFill>
                  <a:schemeClr val="tx1"/>
                </a:solidFill>
                <a:effectLst/>
              </a:rPr>
              <a:t>Header</a:t>
            </a:r>
            <a:endParaRPr kumimoji="0" lang="en-US" altLang="en-US" sz="2500" b="0" i="0" u="none" strike="noStrike" cap="none" normalizeH="0" baseline="0" dirty="0">
              <a:ln>
                <a:noFill/>
              </a:ln>
              <a:solidFill>
                <a:schemeClr val="tx1"/>
              </a:solidFill>
              <a:effectLst/>
            </a:endParaRPr>
          </a:p>
          <a:p>
            <a:pPr marL="1076325" lvl="1" indent="-538163" eaLnBrk="0" fontAlgn="base" hangingPunct="0">
              <a:spcBef>
                <a:spcPct val="0"/>
              </a:spcBef>
              <a:spcAft>
                <a:spcPct val="0"/>
              </a:spcAft>
              <a:buFont typeface="Wingdings" panose="05000000000000000000" pitchFamily="2" charset="2"/>
              <a:buChar char="Ø"/>
            </a:pPr>
            <a:r>
              <a:rPr kumimoji="0" lang="en-US" altLang="en-US" sz="2500" b="1" i="0" u="none" strike="noStrike" cap="none" normalizeH="0" baseline="0" dirty="0">
                <a:ln>
                  <a:noFill/>
                </a:ln>
                <a:solidFill>
                  <a:schemeClr val="tx1"/>
                </a:solidFill>
                <a:effectLst/>
              </a:rPr>
              <a:t>Sidebar (menu)</a:t>
            </a:r>
            <a:r>
              <a:rPr kumimoji="0" lang="en-US" altLang="en-US" sz="2500" b="0" i="0" u="none" strike="noStrike" cap="none" normalizeH="0" baseline="0" dirty="0">
                <a:ln>
                  <a:noFill/>
                </a:ln>
                <a:solidFill>
                  <a:schemeClr val="tx1"/>
                </a:solidFill>
                <a:effectLst/>
              </a:rPr>
              <a:t> </a:t>
            </a:r>
            <a:r>
              <a:rPr kumimoji="0" lang="en-US" altLang="en-US" sz="2500" b="0" i="0" u="none" strike="noStrike" cap="none" normalizeH="0" baseline="0" dirty="0" err="1">
                <a:ln>
                  <a:noFill/>
                </a:ln>
                <a:solidFill>
                  <a:schemeClr val="tx1"/>
                </a:solidFill>
                <a:effectLst/>
              </a:rPr>
              <a:t>dengan</a:t>
            </a:r>
            <a:r>
              <a:rPr kumimoji="0" lang="en-US" altLang="en-US" sz="2500" b="0" i="0" u="none" strike="noStrike" cap="none" normalizeH="0" baseline="0" dirty="0">
                <a:ln>
                  <a:noFill/>
                </a:ln>
                <a:solidFill>
                  <a:schemeClr val="tx1"/>
                </a:solidFill>
                <a:effectLst/>
              </a:rPr>
              <a:t> 3 </a:t>
            </a:r>
            <a:r>
              <a:rPr kumimoji="0" lang="en-US" altLang="en-US" sz="2500" b="0" i="0" u="none" strike="noStrike" cap="none" normalizeH="0" baseline="0" dirty="0" err="1">
                <a:ln>
                  <a:noFill/>
                </a:ln>
                <a:solidFill>
                  <a:schemeClr val="tx1"/>
                </a:solidFill>
                <a:effectLst/>
              </a:rPr>
              <a:t>tautan</a:t>
            </a:r>
            <a:r>
              <a:rPr kumimoji="0" lang="en-US" altLang="en-US" sz="2500" b="0" i="0" u="none" strike="noStrike" cap="none" normalizeH="0" baseline="0" dirty="0">
                <a:ln>
                  <a:noFill/>
                </a:ln>
                <a:solidFill>
                  <a:schemeClr val="tx1"/>
                </a:solidFill>
                <a:effectLst/>
              </a:rPr>
              <a:t>: </a:t>
            </a:r>
            <a:r>
              <a:rPr kumimoji="0" lang="en-US" altLang="en-US" sz="2500" b="1" i="1" u="none" strike="noStrike" cap="none" normalizeH="0" baseline="0" dirty="0" err="1">
                <a:ln>
                  <a:noFill/>
                </a:ln>
                <a:solidFill>
                  <a:schemeClr val="tx1"/>
                </a:solidFill>
                <a:effectLst/>
              </a:rPr>
              <a:t>Tentang</a:t>
            </a:r>
            <a:r>
              <a:rPr kumimoji="0" lang="en-US" altLang="en-US" sz="2500" b="1" i="1" u="none" strike="noStrike" cap="none" normalizeH="0" baseline="0" dirty="0">
                <a:ln>
                  <a:noFill/>
                </a:ln>
                <a:solidFill>
                  <a:schemeClr val="tx1"/>
                </a:solidFill>
                <a:effectLst/>
              </a:rPr>
              <a:t> Saya</a:t>
            </a:r>
            <a:r>
              <a:rPr kumimoji="0" lang="en-US" altLang="en-US" sz="2500" b="1" i="0" u="none" strike="noStrike" cap="none" normalizeH="0" baseline="0" dirty="0">
                <a:ln>
                  <a:noFill/>
                </a:ln>
                <a:solidFill>
                  <a:schemeClr val="tx1"/>
                </a:solidFill>
                <a:effectLst/>
              </a:rPr>
              <a:t>, </a:t>
            </a:r>
            <a:r>
              <a:rPr kumimoji="0" lang="en-US" altLang="en-US" sz="2500" b="1" i="1" u="none" strike="noStrike" cap="none" normalizeH="0" baseline="0" dirty="0" err="1">
                <a:ln>
                  <a:noFill/>
                </a:ln>
                <a:solidFill>
                  <a:schemeClr val="tx1"/>
                </a:solidFill>
                <a:effectLst/>
              </a:rPr>
              <a:t>Hobi</a:t>
            </a:r>
            <a:r>
              <a:rPr kumimoji="0" lang="en-US" altLang="en-US" sz="2500" b="1" i="0" u="none" strike="noStrike" cap="none" normalizeH="0" baseline="0" dirty="0">
                <a:ln>
                  <a:noFill/>
                </a:ln>
                <a:solidFill>
                  <a:schemeClr val="tx1"/>
                </a:solidFill>
                <a:effectLst/>
              </a:rPr>
              <a:t>, </a:t>
            </a:r>
            <a:r>
              <a:rPr kumimoji="0" lang="en-US" altLang="en-US" sz="2500" b="1" i="1" u="none" strike="noStrike" cap="none" normalizeH="0" baseline="0" dirty="0" err="1">
                <a:ln>
                  <a:noFill/>
                </a:ln>
                <a:solidFill>
                  <a:schemeClr val="tx1"/>
                </a:solidFill>
                <a:effectLst/>
              </a:rPr>
              <a:t>Kontak</a:t>
            </a:r>
            <a:r>
              <a:rPr kumimoji="0" lang="en-US" altLang="en-US" sz="2500" b="0" i="0" u="none" strike="noStrike" cap="none" normalizeH="0" baseline="0" dirty="0">
                <a:ln>
                  <a:noFill/>
                </a:ln>
                <a:solidFill>
                  <a:schemeClr val="tx1"/>
                </a:solidFill>
                <a:effectLst/>
              </a:rPr>
              <a:t>.</a:t>
            </a:r>
          </a:p>
          <a:p>
            <a:pPr marL="1076325" lvl="1" indent="-538163" eaLnBrk="0" fontAlgn="base" hangingPunct="0">
              <a:spcBef>
                <a:spcPct val="0"/>
              </a:spcBef>
              <a:spcAft>
                <a:spcPct val="0"/>
              </a:spcAft>
              <a:buFont typeface="Wingdings" panose="05000000000000000000" pitchFamily="2" charset="2"/>
              <a:buChar char="Ø"/>
            </a:pPr>
            <a:r>
              <a:rPr kumimoji="0" lang="en-US" altLang="en-US" sz="2500" b="1" i="0" u="none" strike="noStrike" cap="none" normalizeH="0" baseline="0" dirty="0" err="1">
                <a:ln>
                  <a:noFill/>
                </a:ln>
                <a:solidFill>
                  <a:schemeClr val="tx1"/>
                </a:solidFill>
                <a:effectLst/>
              </a:rPr>
              <a:t>Konten</a:t>
            </a:r>
            <a:r>
              <a:rPr kumimoji="0" lang="en-US" altLang="en-US" sz="2500" b="1" i="0" u="none" strike="noStrike" cap="none" normalizeH="0" baseline="0" dirty="0">
                <a:ln>
                  <a:noFill/>
                </a:ln>
                <a:solidFill>
                  <a:schemeClr val="tx1"/>
                </a:solidFill>
                <a:effectLst/>
              </a:rPr>
              <a:t> </a:t>
            </a:r>
            <a:r>
              <a:rPr kumimoji="0" lang="en-US" altLang="en-US" sz="2500" b="1" i="0" u="none" strike="noStrike" cap="none" normalizeH="0" baseline="0" dirty="0" err="1">
                <a:ln>
                  <a:noFill/>
                </a:ln>
                <a:solidFill>
                  <a:schemeClr val="tx1"/>
                </a:solidFill>
                <a:effectLst/>
              </a:rPr>
              <a:t>utama</a:t>
            </a:r>
            <a:r>
              <a:rPr kumimoji="0" lang="en-US" altLang="en-US" sz="2500" b="1" i="0" u="none" strike="noStrike" cap="none" normalizeH="0" baseline="0" dirty="0">
                <a:ln>
                  <a:noFill/>
                </a:ln>
                <a:solidFill>
                  <a:schemeClr val="tx1"/>
                </a:solidFill>
                <a:effectLst/>
              </a:rPr>
              <a:t> (#content)</a:t>
            </a:r>
            <a:r>
              <a:rPr kumimoji="0" lang="en-US" altLang="en-US" sz="2500" b="0" i="0" u="none" strike="noStrike" cap="none" normalizeH="0" baseline="0" dirty="0">
                <a:ln>
                  <a:noFill/>
                </a:ln>
                <a:solidFill>
                  <a:schemeClr val="tx1"/>
                </a:solidFill>
                <a:effectLst/>
              </a:rPr>
              <a:t> yang </a:t>
            </a:r>
            <a:r>
              <a:rPr kumimoji="0" lang="en-US" altLang="en-US" sz="2500" b="0" i="0" u="none" strike="noStrike" cap="none" normalizeH="0" baseline="0" dirty="0" err="1">
                <a:ln>
                  <a:noFill/>
                </a:ln>
                <a:solidFill>
                  <a:schemeClr val="tx1"/>
                </a:solidFill>
                <a:effectLst/>
              </a:rPr>
              <a:t>isinya</a:t>
            </a:r>
            <a:r>
              <a:rPr kumimoji="0" lang="en-US" altLang="en-US" sz="2500" b="0" i="0" u="none" strike="noStrike" cap="none" normalizeH="0" baseline="0" dirty="0">
                <a:ln>
                  <a:noFill/>
                </a:ln>
                <a:solidFill>
                  <a:schemeClr val="tx1"/>
                </a:solidFill>
                <a:effectLst/>
              </a:rPr>
              <a:t> </a:t>
            </a:r>
            <a:r>
              <a:rPr kumimoji="0" lang="en-US" altLang="en-US" sz="2500" b="0" i="0" u="none" strike="noStrike" cap="none" normalizeH="0" baseline="0" dirty="0" err="1">
                <a:ln>
                  <a:noFill/>
                </a:ln>
                <a:solidFill>
                  <a:schemeClr val="tx1"/>
                </a:solidFill>
                <a:effectLst/>
              </a:rPr>
              <a:t>berubah</a:t>
            </a:r>
            <a:r>
              <a:rPr kumimoji="0" lang="en-US" altLang="en-US" sz="2500" b="0" i="0" u="none" strike="noStrike" cap="none" normalizeH="0" baseline="0" dirty="0">
                <a:ln>
                  <a:noFill/>
                </a:ln>
                <a:solidFill>
                  <a:schemeClr val="tx1"/>
                </a:solidFill>
                <a:effectLst/>
              </a:rPr>
              <a:t> </a:t>
            </a:r>
            <a:r>
              <a:rPr kumimoji="0" lang="en-US" altLang="en-US" sz="2500" b="0" i="0" u="none" strike="noStrike" cap="none" normalizeH="0" baseline="0" dirty="0" err="1">
                <a:ln>
                  <a:noFill/>
                </a:ln>
                <a:solidFill>
                  <a:schemeClr val="tx1"/>
                </a:solidFill>
                <a:effectLst/>
              </a:rPr>
              <a:t>sesuai</a:t>
            </a:r>
            <a:r>
              <a:rPr kumimoji="0" lang="en-US" altLang="en-US" sz="2500" b="0" i="0" u="none" strike="noStrike" cap="none" normalizeH="0" baseline="0" dirty="0">
                <a:ln>
                  <a:noFill/>
                </a:ln>
                <a:solidFill>
                  <a:schemeClr val="tx1"/>
                </a:solidFill>
                <a:effectLst/>
              </a:rPr>
              <a:t> menu yang </a:t>
            </a:r>
            <a:r>
              <a:rPr kumimoji="0" lang="en-US" altLang="en-US" sz="2500" b="0" i="0" u="none" strike="noStrike" cap="none" normalizeH="0" baseline="0" dirty="0" err="1">
                <a:ln>
                  <a:noFill/>
                </a:ln>
                <a:solidFill>
                  <a:schemeClr val="tx1"/>
                </a:solidFill>
                <a:effectLst/>
              </a:rPr>
              <a:t>diklik</a:t>
            </a:r>
            <a:r>
              <a:rPr kumimoji="0" lang="en-US" altLang="en-US" sz="2500" b="0" i="0" u="none" strike="noStrike" cap="none" normalizeH="0" baseline="0" dirty="0">
                <a:ln>
                  <a:noFill/>
                </a:ln>
                <a:solidFill>
                  <a:schemeClr val="tx1"/>
                </a:solidFill>
                <a:effectLst/>
              </a:rPr>
              <a:t> </a:t>
            </a:r>
            <a:r>
              <a:rPr kumimoji="0" lang="en-US" altLang="en-US" sz="2500" i="0" u="none" strike="noStrike" cap="none" normalizeH="0" baseline="0" dirty="0">
                <a:ln>
                  <a:noFill/>
                </a:ln>
                <a:solidFill>
                  <a:schemeClr val="tx1"/>
                </a:solidFill>
                <a:effectLst/>
              </a:rPr>
              <a:t>(</a:t>
            </a:r>
            <a:r>
              <a:rPr lang="en-US" altLang="en-US" sz="2500" dirty="0" err="1"/>
              <a:t>Dinamis</a:t>
            </a:r>
            <a:r>
              <a:rPr lang="en-US" altLang="en-US" sz="2500" dirty="0"/>
              <a:t>)</a:t>
            </a:r>
            <a:r>
              <a:rPr kumimoji="0" lang="en-US" altLang="en-US" sz="2500" b="0" i="0" u="none" strike="noStrike" cap="none" normalizeH="0" baseline="0" dirty="0">
                <a:ln>
                  <a:noFill/>
                </a:ln>
                <a:solidFill>
                  <a:schemeClr val="tx1"/>
                </a:solidFill>
                <a:effectLst/>
              </a:rPr>
              <a:t>.</a:t>
            </a:r>
          </a:p>
          <a:p>
            <a:pPr marL="1076325" lvl="1" indent="-538163" eaLnBrk="0" fontAlgn="base" hangingPunct="0">
              <a:spcBef>
                <a:spcPct val="0"/>
              </a:spcBef>
              <a:spcAft>
                <a:spcPct val="0"/>
              </a:spcAft>
              <a:buFont typeface="Wingdings" panose="05000000000000000000" pitchFamily="2" charset="2"/>
              <a:buChar char="Ø"/>
            </a:pPr>
            <a:r>
              <a:rPr kumimoji="0" lang="en-US" altLang="en-US" sz="2500" b="1" i="0" u="none" strike="noStrike" cap="none" normalizeH="0" baseline="0" dirty="0">
                <a:ln>
                  <a:noFill/>
                </a:ln>
                <a:solidFill>
                  <a:schemeClr val="tx1"/>
                </a:solidFill>
                <a:effectLst/>
              </a:rPr>
              <a:t>Footer</a:t>
            </a:r>
          </a:p>
          <a:p>
            <a:pPr marL="514350" indent="-514350" eaLnBrk="0" fontAlgn="base" hangingPunct="0">
              <a:spcBef>
                <a:spcPct val="0"/>
              </a:spcBef>
              <a:spcAft>
                <a:spcPct val="0"/>
              </a:spcAft>
              <a:buFont typeface="+mj-lt"/>
              <a:buAutoNum type="arabicParenR"/>
            </a:pPr>
            <a:r>
              <a:rPr kumimoji="0" lang="en-US" altLang="en-US" sz="2500" i="0" u="none" strike="noStrike" cap="none" normalizeH="0" baseline="0" dirty="0" err="1">
                <a:ln>
                  <a:noFill/>
                </a:ln>
                <a:solidFill>
                  <a:schemeClr val="tx1"/>
                </a:solidFill>
                <a:effectLst/>
              </a:rPr>
              <a:t>Hanya</a:t>
            </a:r>
            <a:r>
              <a:rPr kumimoji="0" lang="en-US" altLang="en-US" sz="2500" i="0" u="none" strike="noStrike" cap="none" normalizeH="0" baseline="0" dirty="0">
                <a:ln>
                  <a:noFill/>
                </a:ln>
                <a:solidFill>
                  <a:schemeClr val="tx1"/>
                </a:solidFill>
                <a:effectLst/>
              </a:rPr>
              <a:t> </a:t>
            </a:r>
            <a:r>
              <a:rPr kumimoji="0" lang="en-US" altLang="en-US" sz="2500" i="0" u="none" strike="noStrike" cap="none" normalizeH="0" baseline="0" dirty="0" err="1">
                <a:ln>
                  <a:noFill/>
                </a:ln>
                <a:solidFill>
                  <a:schemeClr val="tx1"/>
                </a:solidFill>
                <a:effectLst/>
              </a:rPr>
              <a:t>sintak</a:t>
            </a:r>
            <a:r>
              <a:rPr kumimoji="0" lang="en-US" altLang="en-US" sz="2500" i="0" u="none" strike="noStrike" cap="none" normalizeH="0" baseline="0" dirty="0">
                <a:ln>
                  <a:noFill/>
                </a:ln>
                <a:solidFill>
                  <a:schemeClr val="tx1"/>
                </a:solidFill>
                <a:effectLst/>
              </a:rPr>
              <a:t> </a:t>
            </a:r>
            <a:r>
              <a:rPr lang="en-US" altLang="en-US" sz="2500" dirty="0"/>
              <a:t>HTML dan CSS</a:t>
            </a:r>
            <a:endParaRPr kumimoji="0" lang="en-US" altLang="en-US" sz="2500" i="0" u="none" strike="noStrike" cap="none" normalizeH="0" baseline="0" dirty="0">
              <a:ln>
                <a:noFill/>
              </a:ln>
              <a:solidFill>
                <a:schemeClr val="tx1"/>
              </a:solidFill>
              <a:effectLst/>
            </a:endParaRPr>
          </a:p>
        </p:txBody>
      </p:sp>
    </p:spTree>
    <p:extLst>
      <p:ext uri="{BB962C8B-B14F-4D97-AF65-F5344CB8AC3E}">
        <p14:creationId xmlns:p14="http://schemas.microsoft.com/office/powerpoint/2010/main" val="360585415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B634920-1D3A-4205-8034-37AF2B002CE3}"/>
              </a:ext>
            </a:extLst>
          </p:cNvPr>
          <p:cNvSpPr>
            <a:spLocks noChangeArrowheads="1"/>
          </p:cNvSpPr>
          <p:nvPr/>
        </p:nvSpPr>
        <p:spPr bwMode="auto">
          <a:xfrm>
            <a:off x="0" y="124471"/>
            <a:ext cx="8295733"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800" b="1" i="0" u="none" strike="noStrike" cap="none" normalizeH="0" baseline="0" dirty="0" err="1">
                <a:ln>
                  <a:noFill/>
                </a:ln>
                <a:solidFill>
                  <a:schemeClr val="tx1"/>
                </a:solidFill>
                <a:effectLst/>
              </a:rPr>
              <a:t>Membuat</a:t>
            </a:r>
            <a:r>
              <a:rPr kumimoji="0" lang="en-US" altLang="en-US" sz="2800" b="1" i="0" u="none" strike="noStrike" cap="none" normalizeH="0" baseline="0" dirty="0">
                <a:ln>
                  <a:noFill/>
                </a:ln>
                <a:solidFill>
                  <a:schemeClr val="tx1"/>
                </a:solidFill>
                <a:effectLst/>
              </a:rPr>
              <a:t> Layout </a:t>
            </a:r>
            <a:r>
              <a:rPr kumimoji="0" lang="en-US" altLang="en-US" sz="2800" b="1" i="0" u="none" strike="noStrike" cap="none" normalizeH="0" baseline="0" dirty="0" err="1">
                <a:ln>
                  <a:noFill/>
                </a:ln>
                <a:solidFill>
                  <a:schemeClr val="tx1"/>
                </a:solidFill>
                <a:effectLst/>
              </a:rPr>
              <a:t>Profil</a:t>
            </a:r>
            <a:r>
              <a:rPr kumimoji="0" lang="en-US" altLang="en-US" sz="2800" b="1" i="0" u="none" strike="noStrike" cap="none" normalizeH="0" baseline="0" dirty="0">
                <a:ln>
                  <a:noFill/>
                </a:ln>
                <a:solidFill>
                  <a:schemeClr val="tx1"/>
                </a:solidFill>
                <a:effectLst/>
              </a:rPr>
              <a:t> </a:t>
            </a:r>
            <a:r>
              <a:rPr kumimoji="0" lang="en-US" altLang="en-US" sz="2800" b="1" i="0" u="none" strike="noStrike" cap="none" normalizeH="0" baseline="0" dirty="0" err="1">
                <a:ln>
                  <a:noFill/>
                </a:ln>
                <a:solidFill>
                  <a:schemeClr val="tx1"/>
                </a:solidFill>
                <a:effectLst/>
              </a:rPr>
              <a:t>Dinamis</a:t>
            </a:r>
            <a:r>
              <a:rPr kumimoji="0" lang="en-US" altLang="en-US" sz="2800" b="1" i="0" u="none" strike="noStrike" cap="none" normalizeH="0" baseline="0" dirty="0">
                <a:ln>
                  <a:noFill/>
                </a:ln>
                <a:solidFill>
                  <a:schemeClr val="tx1"/>
                </a:solidFill>
                <a:effectLst/>
              </a:rPr>
              <a:t> </a:t>
            </a:r>
            <a:r>
              <a:rPr kumimoji="0" lang="en-US" altLang="en-US" sz="2800" b="1" i="0" u="none" strike="noStrike" cap="none" normalizeH="0" baseline="0" dirty="0" err="1">
                <a:ln>
                  <a:noFill/>
                </a:ln>
                <a:solidFill>
                  <a:schemeClr val="tx1"/>
                </a:solidFill>
                <a:effectLst/>
              </a:rPr>
              <a:t>dengan</a:t>
            </a:r>
            <a:r>
              <a:rPr kumimoji="0" lang="en-US" altLang="en-US" sz="2800" b="1" i="0" u="none" strike="noStrike" cap="none" normalizeH="0" baseline="0" dirty="0">
                <a:ln>
                  <a:noFill/>
                </a:ln>
                <a:solidFill>
                  <a:schemeClr val="tx1"/>
                </a:solidFill>
                <a:effectLst/>
              </a:rPr>
              <a:t> HTML dan CSS</a:t>
            </a:r>
          </a:p>
        </p:txBody>
      </p:sp>
      <p:pic>
        <p:nvPicPr>
          <p:cNvPr id="5" name="Picture 4">
            <a:extLst>
              <a:ext uri="{FF2B5EF4-FFF2-40B4-BE49-F238E27FC236}">
                <a16:creationId xmlns:a16="http://schemas.microsoft.com/office/drawing/2014/main" id="{56AC9A1D-182F-49FD-B949-65AF6A48D874}"/>
              </a:ext>
            </a:extLst>
          </p:cNvPr>
          <p:cNvPicPr>
            <a:picLocks noChangeAspect="1"/>
          </p:cNvPicPr>
          <p:nvPr/>
        </p:nvPicPr>
        <p:blipFill>
          <a:blip r:embed="rId2"/>
          <a:stretch>
            <a:fillRect/>
          </a:stretch>
        </p:blipFill>
        <p:spPr>
          <a:xfrm>
            <a:off x="396240" y="793783"/>
            <a:ext cx="5380873" cy="4601177"/>
          </a:xfrm>
          <a:prstGeom prst="rect">
            <a:avLst/>
          </a:prstGeom>
          <a:ln>
            <a:solidFill>
              <a:schemeClr val="accent1"/>
            </a:solidFill>
          </a:ln>
        </p:spPr>
      </p:pic>
      <p:pic>
        <p:nvPicPr>
          <p:cNvPr id="6" name="Picture 5">
            <a:extLst>
              <a:ext uri="{FF2B5EF4-FFF2-40B4-BE49-F238E27FC236}">
                <a16:creationId xmlns:a16="http://schemas.microsoft.com/office/drawing/2014/main" id="{10DD90D8-0781-4AA2-9332-B374B4066718}"/>
              </a:ext>
            </a:extLst>
          </p:cNvPr>
          <p:cNvPicPr>
            <a:picLocks noChangeAspect="1"/>
          </p:cNvPicPr>
          <p:nvPr/>
        </p:nvPicPr>
        <p:blipFill>
          <a:blip r:embed="rId3"/>
          <a:stretch>
            <a:fillRect/>
          </a:stretch>
        </p:blipFill>
        <p:spPr>
          <a:xfrm>
            <a:off x="6174144" y="793783"/>
            <a:ext cx="5489536" cy="4601177"/>
          </a:xfrm>
          <a:prstGeom prst="rect">
            <a:avLst/>
          </a:prstGeom>
          <a:ln>
            <a:solidFill>
              <a:schemeClr val="accent1"/>
            </a:solidFill>
          </a:ln>
        </p:spPr>
      </p:pic>
    </p:spTree>
    <p:extLst>
      <p:ext uri="{BB962C8B-B14F-4D97-AF65-F5344CB8AC3E}">
        <p14:creationId xmlns:p14="http://schemas.microsoft.com/office/powerpoint/2010/main" val="111235042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B634920-1D3A-4205-8034-37AF2B002CE3}"/>
              </a:ext>
            </a:extLst>
          </p:cNvPr>
          <p:cNvSpPr>
            <a:spLocks noChangeArrowheads="1"/>
          </p:cNvSpPr>
          <p:nvPr/>
        </p:nvSpPr>
        <p:spPr bwMode="auto">
          <a:xfrm>
            <a:off x="0" y="124471"/>
            <a:ext cx="8295733"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800" b="1" i="0" u="none" strike="noStrike" cap="none" normalizeH="0" baseline="0" dirty="0" err="1">
                <a:ln>
                  <a:noFill/>
                </a:ln>
                <a:solidFill>
                  <a:schemeClr val="tx1"/>
                </a:solidFill>
                <a:effectLst/>
              </a:rPr>
              <a:t>Membuat</a:t>
            </a:r>
            <a:r>
              <a:rPr kumimoji="0" lang="en-US" altLang="en-US" sz="2800" b="1" i="0" u="none" strike="noStrike" cap="none" normalizeH="0" baseline="0" dirty="0">
                <a:ln>
                  <a:noFill/>
                </a:ln>
                <a:solidFill>
                  <a:schemeClr val="tx1"/>
                </a:solidFill>
                <a:effectLst/>
              </a:rPr>
              <a:t> Layout </a:t>
            </a:r>
            <a:r>
              <a:rPr kumimoji="0" lang="en-US" altLang="en-US" sz="2800" b="1" i="0" u="none" strike="noStrike" cap="none" normalizeH="0" baseline="0" dirty="0" err="1">
                <a:ln>
                  <a:noFill/>
                </a:ln>
                <a:solidFill>
                  <a:schemeClr val="tx1"/>
                </a:solidFill>
                <a:effectLst/>
              </a:rPr>
              <a:t>Profil</a:t>
            </a:r>
            <a:r>
              <a:rPr kumimoji="0" lang="en-US" altLang="en-US" sz="2800" b="1" i="0" u="none" strike="noStrike" cap="none" normalizeH="0" baseline="0" dirty="0">
                <a:ln>
                  <a:noFill/>
                </a:ln>
                <a:solidFill>
                  <a:schemeClr val="tx1"/>
                </a:solidFill>
                <a:effectLst/>
              </a:rPr>
              <a:t> </a:t>
            </a:r>
            <a:r>
              <a:rPr kumimoji="0" lang="en-US" altLang="en-US" sz="2800" b="1" i="0" u="none" strike="noStrike" cap="none" normalizeH="0" baseline="0" dirty="0" err="1">
                <a:ln>
                  <a:noFill/>
                </a:ln>
                <a:solidFill>
                  <a:schemeClr val="tx1"/>
                </a:solidFill>
                <a:effectLst/>
              </a:rPr>
              <a:t>Dinamis</a:t>
            </a:r>
            <a:r>
              <a:rPr kumimoji="0" lang="en-US" altLang="en-US" sz="2800" b="1" i="0" u="none" strike="noStrike" cap="none" normalizeH="0" baseline="0" dirty="0">
                <a:ln>
                  <a:noFill/>
                </a:ln>
                <a:solidFill>
                  <a:schemeClr val="tx1"/>
                </a:solidFill>
                <a:effectLst/>
              </a:rPr>
              <a:t> </a:t>
            </a:r>
            <a:r>
              <a:rPr kumimoji="0" lang="en-US" altLang="en-US" sz="2800" b="1" i="0" u="none" strike="noStrike" cap="none" normalizeH="0" baseline="0" dirty="0" err="1">
                <a:ln>
                  <a:noFill/>
                </a:ln>
                <a:solidFill>
                  <a:schemeClr val="tx1"/>
                </a:solidFill>
                <a:effectLst/>
              </a:rPr>
              <a:t>dengan</a:t>
            </a:r>
            <a:r>
              <a:rPr kumimoji="0" lang="en-US" altLang="en-US" sz="2800" b="1" i="0" u="none" strike="noStrike" cap="none" normalizeH="0" baseline="0" dirty="0">
                <a:ln>
                  <a:noFill/>
                </a:ln>
                <a:solidFill>
                  <a:schemeClr val="tx1"/>
                </a:solidFill>
                <a:effectLst/>
              </a:rPr>
              <a:t> HTML dan CSS</a:t>
            </a:r>
          </a:p>
        </p:txBody>
      </p:sp>
      <p:pic>
        <p:nvPicPr>
          <p:cNvPr id="3" name="Picture 2">
            <a:extLst>
              <a:ext uri="{FF2B5EF4-FFF2-40B4-BE49-F238E27FC236}">
                <a16:creationId xmlns:a16="http://schemas.microsoft.com/office/drawing/2014/main" id="{3692080B-ACB0-4C82-BB74-F9BF4C4F8152}"/>
              </a:ext>
            </a:extLst>
          </p:cNvPr>
          <p:cNvPicPr>
            <a:picLocks noChangeAspect="1"/>
          </p:cNvPicPr>
          <p:nvPr/>
        </p:nvPicPr>
        <p:blipFill>
          <a:blip r:embed="rId2"/>
          <a:stretch>
            <a:fillRect/>
          </a:stretch>
        </p:blipFill>
        <p:spPr>
          <a:xfrm>
            <a:off x="2565448" y="805223"/>
            <a:ext cx="7061103" cy="5928306"/>
          </a:xfrm>
          <a:prstGeom prst="rect">
            <a:avLst/>
          </a:prstGeom>
          <a:ln>
            <a:solidFill>
              <a:schemeClr val="accent1"/>
            </a:solidFill>
          </a:ln>
        </p:spPr>
      </p:pic>
    </p:spTree>
    <p:extLst>
      <p:ext uri="{BB962C8B-B14F-4D97-AF65-F5344CB8AC3E}">
        <p14:creationId xmlns:p14="http://schemas.microsoft.com/office/powerpoint/2010/main" val="185109444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56910258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07D5B0-CAF7-45A2-B0D1-E8315A4FC920}"/>
              </a:ext>
            </a:extLst>
          </p:cNvPr>
          <p:cNvSpPr>
            <a:spLocks noGrp="1"/>
          </p:cNvSpPr>
          <p:nvPr>
            <p:ph type="title"/>
          </p:nvPr>
        </p:nvSpPr>
        <p:spPr/>
        <p:txBody>
          <a:bodyPr/>
          <a:lstStyle/>
          <a:p>
            <a:endParaRPr lang="en-ID"/>
          </a:p>
        </p:txBody>
      </p:sp>
    </p:spTree>
    <p:extLst>
      <p:ext uri="{BB962C8B-B14F-4D97-AF65-F5344CB8AC3E}">
        <p14:creationId xmlns:p14="http://schemas.microsoft.com/office/powerpoint/2010/main" val="51666630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8BBBC7-7D6D-4A56-8061-F6B2DFE2A925}"/>
              </a:ext>
            </a:extLst>
          </p:cNvPr>
          <p:cNvSpPr>
            <a:spLocks noGrp="1"/>
          </p:cNvSpPr>
          <p:nvPr>
            <p:ph type="title"/>
          </p:nvPr>
        </p:nvSpPr>
        <p:spPr>
          <a:xfrm>
            <a:off x="1023135" y="765818"/>
            <a:ext cx="10515600" cy="1325563"/>
          </a:xfrm>
        </p:spPr>
        <p:txBody>
          <a:bodyPr/>
          <a:lstStyle/>
          <a:p>
            <a:endParaRPr lang="en-ID"/>
          </a:p>
        </p:txBody>
      </p:sp>
    </p:spTree>
    <p:extLst>
      <p:ext uri="{BB962C8B-B14F-4D97-AF65-F5344CB8AC3E}">
        <p14:creationId xmlns:p14="http://schemas.microsoft.com/office/powerpoint/2010/main" val="3298398991"/>
      </p:ext>
    </p:extLst>
  </p:cSld>
  <p:clrMapOvr>
    <a:masterClrMapping/>
  </p:clrMapOvr>
</p:sld>
</file>

<file path=ppt/theme/theme1.xml><?xml version="1.0" encoding="utf-8"?>
<a:theme xmlns:a="http://schemas.openxmlformats.org/drawingml/2006/main" name="6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7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4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3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2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5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8.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3448</TotalTime>
  <Words>1552</Words>
  <Application>Microsoft Office PowerPoint</Application>
  <PresentationFormat>Widescreen</PresentationFormat>
  <Paragraphs>217</Paragraphs>
  <Slides>25</Slides>
  <Notes>0</Notes>
  <HiddenSlides>0</HiddenSlides>
  <MMClips>0</MMClips>
  <ScaleCrop>false</ScaleCrop>
  <HeadingPairs>
    <vt:vector size="6" baseType="variant">
      <vt:variant>
        <vt:lpstr>Fonts Used</vt:lpstr>
      </vt:variant>
      <vt:variant>
        <vt:i4>7</vt:i4>
      </vt:variant>
      <vt:variant>
        <vt:lpstr>Theme</vt:lpstr>
      </vt:variant>
      <vt:variant>
        <vt:i4>8</vt:i4>
      </vt:variant>
      <vt:variant>
        <vt:lpstr>Slide Titles</vt:lpstr>
      </vt:variant>
      <vt:variant>
        <vt:i4>25</vt:i4>
      </vt:variant>
    </vt:vector>
  </HeadingPairs>
  <TitlesOfParts>
    <vt:vector size="40" baseType="lpstr">
      <vt:lpstr>SimSun-ExtG</vt:lpstr>
      <vt:lpstr>Adobe Ming Std L</vt:lpstr>
      <vt:lpstr>Arial</vt:lpstr>
      <vt:lpstr>Calibri</vt:lpstr>
      <vt:lpstr>Calibri Light</vt:lpstr>
      <vt:lpstr>Times New Roman</vt:lpstr>
      <vt:lpstr>Wingdings</vt:lpstr>
      <vt:lpstr>6_Office Theme</vt:lpstr>
      <vt:lpstr>7_Office Theme</vt:lpstr>
      <vt:lpstr>4_Office Theme</vt:lpstr>
      <vt:lpstr>3_Office Theme</vt:lpstr>
      <vt:lpstr>2_Office Theme</vt:lpstr>
      <vt:lpstr>Office Theme</vt:lpstr>
      <vt:lpstr>5_Office Theme</vt:lpstr>
      <vt:lpstr>1_Office Theme</vt:lpstr>
      <vt:lpstr>PowerPoint Presentation</vt:lpstr>
      <vt:lpstr>PowerPoint Presentation</vt:lpstr>
      <vt:lpstr>PowerPoint Presentation</vt:lpstr>
      <vt:lpstr>PowerPoint Presentation</vt:lpstr>
      <vt:lpstr>CONTOH TAG DIV</vt:lpstr>
      <vt:lpstr>CONTOH TAG DIV</vt:lpstr>
      <vt:lpstr>CONTOH TAG DIV</vt:lpstr>
      <vt:lpstr>CONTOH TAG DIV</vt:lpstr>
      <vt:lpstr>CONTOH TAG DIV</vt:lpstr>
      <vt:lpstr>Layout Web dengan DIV.</vt:lpstr>
      <vt:lpstr>Latihan Layout Div dengan CSS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lisda masitoh</dc:creator>
  <cp:lastModifiedBy>IT</cp:lastModifiedBy>
  <cp:revision>132</cp:revision>
  <dcterms:created xsi:type="dcterms:W3CDTF">2021-08-16T10:58:02Z</dcterms:created>
  <dcterms:modified xsi:type="dcterms:W3CDTF">2025-11-12T09:07:00Z</dcterms:modified>
</cp:coreProperties>
</file>